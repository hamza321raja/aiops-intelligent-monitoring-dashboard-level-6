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web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slideLayouts/slideLayout15.xml" ContentType="application/vnd.openxmlformats-officedocument.presentationml.slideLayout+xml"/>
  <Override PartName="/ppt/theme/theme4.xml" ContentType="application/vnd.openxmlformats-officedocument.theme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slideLayouts/slideLayout16.xml" ContentType="application/vnd.openxmlformats-officedocument.presentationml.slideLayout+xml"/>
  <Override PartName="/ppt/theme/theme5.xml" ContentType="application/vnd.openxmlformats-officedocument.theme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6.xml" ContentType="application/vnd.openxmlformats-officedocument.theme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slideLayouts/slideLayout19.xml" ContentType="application/vnd.openxmlformats-officedocument.presentationml.slideLayout+xml"/>
  <Override PartName="/ppt/theme/theme7.xml" ContentType="application/vnd.openxmlformats-officedocument.theme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slideLayouts/slideLayout20.xml" ContentType="application/vnd.openxmlformats-officedocument.presentationml.slideLayout+xml"/>
  <Override PartName="/ppt/theme/theme8.xml" ContentType="application/vnd.openxmlformats-officedocument.theme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heme/theme9.xml" ContentType="application/vnd.openxmlformats-officedocument.theme+xml"/>
  <Override PartName="/ppt/theme/theme10.xml" ContentType="application/vnd.openxmlformats-officedocument.theme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63" r:id="rId3"/>
    <p:sldMasterId id="2147483665" r:id="rId4"/>
    <p:sldMasterId id="2147483669" r:id="rId5"/>
    <p:sldMasterId id="2147483673" r:id="rId6"/>
    <p:sldMasterId id="2147483697" r:id="rId7"/>
    <p:sldMasterId id="2147483739" r:id="rId8"/>
  </p:sldMasterIdLst>
  <p:notesMasterIdLst>
    <p:notesMasterId r:id="rId29"/>
  </p:notesMasterIdLst>
  <p:handoutMasterIdLst>
    <p:handoutMasterId r:id="rId30"/>
  </p:handoutMasterIdLst>
  <p:sldIdLst>
    <p:sldId id="290" r:id="rId9"/>
    <p:sldId id="291" r:id="rId10"/>
    <p:sldId id="348" r:id="rId11"/>
    <p:sldId id="293" r:id="rId12"/>
    <p:sldId id="294" r:id="rId13"/>
    <p:sldId id="296" r:id="rId14"/>
    <p:sldId id="349" r:id="rId15"/>
    <p:sldId id="347" r:id="rId16"/>
    <p:sldId id="298" r:id="rId17"/>
    <p:sldId id="299" r:id="rId18"/>
    <p:sldId id="337" r:id="rId19"/>
    <p:sldId id="339" r:id="rId20"/>
    <p:sldId id="340" r:id="rId21"/>
    <p:sldId id="341" r:id="rId22"/>
    <p:sldId id="342" r:id="rId23"/>
    <p:sldId id="344" r:id="rId24"/>
    <p:sldId id="345" r:id="rId25"/>
    <p:sldId id="346" r:id="rId26"/>
    <p:sldId id="311" r:id="rId27"/>
    <p:sldId id="336" r:id="rId28"/>
  </p:sldIdLst>
  <p:sldSz cx="12192000" cy="6858000"/>
  <p:notesSz cx="6858000" cy="9144000"/>
  <p:custDataLst>
    <p:tags r:id="rId3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C2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52" autoAdjust="0"/>
  </p:normalViewPr>
  <p:slideViewPr>
    <p:cSldViewPr snapToGrid="0" showGuides="1">
      <p:cViewPr varScale="1">
        <p:scale>
          <a:sx n="87" d="100"/>
          <a:sy n="87" d="100"/>
        </p:scale>
        <p:origin x="528" y="4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428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3.xml"/><Relationship Id="rId34" Type="http://schemas.openxmlformats.org/officeDocument/2006/relationships/theme" Target="theme/theme1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tags" Target="tags/tag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handoutMaster" Target="handoutMasters/handoutMaster1.xml"/><Relationship Id="rId35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MiSans Demibold" panose="00000700000000000000" charset="-122"/>
              <a:ea typeface="MiSans Demibold" panose="00000700000000000000" charset="-122"/>
              <a:cs typeface="MiSans Demibold" panose="00000700000000000000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rPr>
              <a:t>2026/4/23</a:t>
            </a:fld>
            <a:endParaRPr lang="zh-CN" altLang="en-US">
              <a:latin typeface="MiSans Demibold" panose="00000700000000000000" charset="-122"/>
              <a:ea typeface="MiSans Demibold" panose="00000700000000000000" charset="-122"/>
              <a:cs typeface="MiSans Demibold" panose="00000700000000000000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MiSans Demibold" panose="00000700000000000000" charset="-122"/>
              <a:ea typeface="MiSans Demibold" panose="00000700000000000000" charset="-122"/>
              <a:cs typeface="MiSans Demibold" panose="00000700000000000000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rPr>
              <a:t>‹#›</a:t>
            </a:fld>
            <a:endParaRPr lang="zh-CN" altLang="en-US">
              <a:latin typeface="MiSans Demibold" panose="00000700000000000000" charset="-122"/>
              <a:ea typeface="MiSans Demibold" panose="00000700000000000000" charset="-122"/>
              <a:cs typeface="MiSans Demibold" panose="00000700000000000000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defRPr>
            </a:lvl1pPr>
          </a:lstStyle>
          <a:p>
            <a:fld id="{725CE624-3660-4035-AB45-CE49DDC2C65A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defRPr>
            </a:lvl1pPr>
          </a:lstStyle>
          <a:p>
            <a:fld id="{39A5F825-9C29-43CC-BB96-80A60E9689F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MiSans Demibold" panose="00000700000000000000" charset="-122"/>
        <a:ea typeface="MiSans Demibold" panose="00000700000000000000" charset="-122"/>
        <a:cs typeface="MiSans Demibold" panose="00000700000000000000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Sans Demibold" panose="00000700000000000000" charset="-122"/>
        <a:ea typeface="MiSans Demibold" panose="00000700000000000000" charset="-122"/>
        <a:cs typeface="MiSans Demibold" panose="00000700000000000000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Sans Demibold" panose="00000700000000000000" charset="-122"/>
        <a:ea typeface="MiSans Demibold" panose="00000700000000000000" charset="-122"/>
        <a:cs typeface="MiSans Demibold" panose="00000700000000000000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Sans Demibold" panose="00000700000000000000" charset="-122"/>
        <a:ea typeface="MiSans Demibold" panose="00000700000000000000" charset="-122"/>
        <a:cs typeface="MiSans Demibold" panose="00000700000000000000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Sans Demibold" panose="00000700000000000000" charset="-122"/>
        <a:ea typeface="MiSans Demibold" panose="00000700000000000000" charset="-122"/>
        <a:cs typeface="MiSans Demibold" panose="00000700000000000000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5.xml"/><Relationship Id="rId4" Type="http://schemas.openxmlformats.org/officeDocument/2006/relationships/tags" Target="../tags/tag14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tags" Target="../tags/tag23.xml"/><Relationship Id="rId3" Type="http://schemas.openxmlformats.org/officeDocument/2006/relationships/tags" Target="../tags/tag18.xml"/><Relationship Id="rId7" Type="http://schemas.openxmlformats.org/officeDocument/2006/relationships/tags" Target="../tags/tag22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tags" Target="../tags/tag21.xml"/><Relationship Id="rId11" Type="http://schemas.openxmlformats.org/officeDocument/2006/relationships/image" Target="../media/image2.png"/><Relationship Id="rId5" Type="http://schemas.openxmlformats.org/officeDocument/2006/relationships/tags" Target="../tags/tag20.xml"/><Relationship Id="rId10" Type="http://schemas.openxmlformats.org/officeDocument/2006/relationships/image" Target="../media/image1.png"/><Relationship Id="rId4" Type="http://schemas.openxmlformats.org/officeDocument/2006/relationships/tags" Target="../tags/tag19.xml"/><Relationship Id="rId9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26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tags" Target="../tags/tag37.xml"/><Relationship Id="rId3" Type="http://schemas.openxmlformats.org/officeDocument/2006/relationships/tags" Target="../tags/tag32.xml"/><Relationship Id="rId7" Type="http://schemas.openxmlformats.org/officeDocument/2006/relationships/tags" Target="../tags/tag36.xm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9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8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3.xml"/><Relationship Id="rId4" Type="http://schemas.openxmlformats.org/officeDocument/2006/relationships/tags" Target="../tags/tag52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tags" Target="../tags/tag61.xml"/><Relationship Id="rId13" Type="http://schemas.openxmlformats.org/officeDocument/2006/relationships/image" Target="../media/image2.png"/><Relationship Id="rId3" Type="http://schemas.openxmlformats.org/officeDocument/2006/relationships/tags" Target="../tags/tag56.xml"/><Relationship Id="rId7" Type="http://schemas.openxmlformats.org/officeDocument/2006/relationships/tags" Target="../tags/tag60.xml"/><Relationship Id="rId12" Type="http://schemas.openxmlformats.org/officeDocument/2006/relationships/image" Target="../media/image1.png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6" Type="http://schemas.openxmlformats.org/officeDocument/2006/relationships/tags" Target="../tags/tag59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58.xml"/><Relationship Id="rId10" Type="http://schemas.openxmlformats.org/officeDocument/2006/relationships/tags" Target="../tags/tag63.xml"/><Relationship Id="rId4" Type="http://schemas.openxmlformats.org/officeDocument/2006/relationships/tags" Target="../tags/tag57.xml"/><Relationship Id="rId9" Type="http://schemas.openxmlformats.org/officeDocument/2006/relationships/tags" Target="../tags/tag62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tags" Target="../tags/tag71.xml"/><Relationship Id="rId3" Type="http://schemas.openxmlformats.org/officeDocument/2006/relationships/tags" Target="../tags/tag66.xml"/><Relationship Id="rId7" Type="http://schemas.openxmlformats.org/officeDocument/2006/relationships/tags" Target="../tags/tag70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tags" Target="../tags/tag69.xml"/><Relationship Id="rId11" Type="http://schemas.openxmlformats.org/officeDocument/2006/relationships/image" Target="../media/image2.png"/><Relationship Id="rId5" Type="http://schemas.openxmlformats.org/officeDocument/2006/relationships/tags" Target="../tags/tag68.xml"/><Relationship Id="rId10" Type="http://schemas.openxmlformats.org/officeDocument/2006/relationships/image" Target="../media/image1.png"/><Relationship Id="rId4" Type="http://schemas.openxmlformats.org/officeDocument/2006/relationships/tags" Target="../tags/tag67.xml"/><Relationship Id="rId9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79.xml"/><Relationship Id="rId3" Type="http://schemas.openxmlformats.org/officeDocument/2006/relationships/tags" Target="../tags/tag74.xml"/><Relationship Id="rId7" Type="http://schemas.openxmlformats.org/officeDocument/2006/relationships/tags" Target="../tags/tag78.xml"/><Relationship Id="rId12" Type="http://schemas.openxmlformats.org/officeDocument/2006/relationships/image" Target="../media/image2.png"/><Relationship Id="rId2" Type="http://schemas.openxmlformats.org/officeDocument/2006/relationships/tags" Target="../tags/tag73.xml"/><Relationship Id="rId1" Type="http://schemas.openxmlformats.org/officeDocument/2006/relationships/tags" Target="../tags/tag72.xml"/><Relationship Id="rId6" Type="http://schemas.openxmlformats.org/officeDocument/2006/relationships/tags" Target="../tags/tag77.xml"/><Relationship Id="rId11" Type="http://schemas.openxmlformats.org/officeDocument/2006/relationships/image" Target="../media/image1.png"/><Relationship Id="rId5" Type="http://schemas.openxmlformats.org/officeDocument/2006/relationships/tags" Target="../tags/tag76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75.xml"/><Relationship Id="rId9" Type="http://schemas.openxmlformats.org/officeDocument/2006/relationships/tags" Target="../tags/tag80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tags" Target="../tags/tag88.xml"/><Relationship Id="rId13" Type="http://schemas.openxmlformats.org/officeDocument/2006/relationships/tags" Target="../tags/tag93.xml"/><Relationship Id="rId18" Type="http://schemas.openxmlformats.org/officeDocument/2006/relationships/slideMaster" Target="../slideMasters/slideMaster1.xml"/><Relationship Id="rId3" Type="http://schemas.openxmlformats.org/officeDocument/2006/relationships/tags" Target="../tags/tag83.xml"/><Relationship Id="rId7" Type="http://schemas.openxmlformats.org/officeDocument/2006/relationships/tags" Target="../tags/tag87.xml"/><Relationship Id="rId12" Type="http://schemas.openxmlformats.org/officeDocument/2006/relationships/tags" Target="../tags/tag92.xml"/><Relationship Id="rId17" Type="http://schemas.openxmlformats.org/officeDocument/2006/relationships/tags" Target="../tags/tag97.xml"/><Relationship Id="rId2" Type="http://schemas.openxmlformats.org/officeDocument/2006/relationships/tags" Target="../tags/tag82.xml"/><Relationship Id="rId16" Type="http://schemas.openxmlformats.org/officeDocument/2006/relationships/tags" Target="../tags/tag96.xml"/><Relationship Id="rId1" Type="http://schemas.openxmlformats.org/officeDocument/2006/relationships/tags" Target="../tags/tag81.xml"/><Relationship Id="rId6" Type="http://schemas.openxmlformats.org/officeDocument/2006/relationships/tags" Target="../tags/tag86.xml"/><Relationship Id="rId11" Type="http://schemas.openxmlformats.org/officeDocument/2006/relationships/tags" Target="../tags/tag91.xml"/><Relationship Id="rId5" Type="http://schemas.openxmlformats.org/officeDocument/2006/relationships/tags" Target="../tags/tag85.xml"/><Relationship Id="rId15" Type="http://schemas.openxmlformats.org/officeDocument/2006/relationships/tags" Target="../tags/tag95.xml"/><Relationship Id="rId10" Type="http://schemas.openxmlformats.org/officeDocument/2006/relationships/tags" Target="../tags/tag90.xml"/><Relationship Id="rId4" Type="http://schemas.openxmlformats.org/officeDocument/2006/relationships/tags" Target="../tags/tag84.xml"/><Relationship Id="rId9" Type="http://schemas.openxmlformats.org/officeDocument/2006/relationships/tags" Target="../tags/tag89.xml"/><Relationship Id="rId14" Type="http://schemas.openxmlformats.org/officeDocument/2006/relationships/tags" Target="../tags/tag94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tags" Target="../tags/tag113.xml"/><Relationship Id="rId13" Type="http://schemas.openxmlformats.org/officeDocument/2006/relationships/tags" Target="../tags/tag118.xml"/><Relationship Id="rId18" Type="http://schemas.openxmlformats.org/officeDocument/2006/relationships/tags" Target="../tags/tag123.xml"/><Relationship Id="rId3" Type="http://schemas.openxmlformats.org/officeDocument/2006/relationships/tags" Target="../tags/tag108.xml"/><Relationship Id="rId21" Type="http://schemas.openxmlformats.org/officeDocument/2006/relationships/tags" Target="../tags/tag126.xml"/><Relationship Id="rId7" Type="http://schemas.openxmlformats.org/officeDocument/2006/relationships/tags" Target="../tags/tag112.xml"/><Relationship Id="rId12" Type="http://schemas.openxmlformats.org/officeDocument/2006/relationships/tags" Target="../tags/tag117.xml"/><Relationship Id="rId17" Type="http://schemas.openxmlformats.org/officeDocument/2006/relationships/tags" Target="../tags/tag122.xml"/><Relationship Id="rId2" Type="http://schemas.openxmlformats.org/officeDocument/2006/relationships/tags" Target="../tags/tag107.xml"/><Relationship Id="rId16" Type="http://schemas.openxmlformats.org/officeDocument/2006/relationships/tags" Target="../tags/tag121.xml"/><Relationship Id="rId20" Type="http://schemas.openxmlformats.org/officeDocument/2006/relationships/tags" Target="../tags/tag125.xml"/><Relationship Id="rId1" Type="http://schemas.openxmlformats.org/officeDocument/2006/relationships/tags" Target="../tags/tag106.xml"/><Relationship Id="rId6" Type="http://schemas.openxmlformats.org/officeDocument/2006/relationships/tags" Target="../tags/tag111.xml"/><Relationship Id="rId11" Type="http://schemas.openxmlformats.org/officeDocument/2006/relationships/tags" Target="../tags/tag116.xml"/><Relationship Id="rId24" Type="http://schemas.openxmlformats.org/officeDocument/2006/relationships/slideMaster" Target="../slideMasters/slideMaster2.xml"/><Relationship Id="rId5" Type="http://schemas.openxmlformats.org/officeDocument/2006/relationships/tags" Target="../tags/tag110.xml"/><Relationship Id="rId15" Type="http://schemas.openxmlformats.org/officeDocument/2006/relationships/tags" Target="../tags/tag120.xml"/><Relationship Id="rId23" Type="http://schemas.openxmlformats.org/officeDocument/2006/relationships/tags" Target="../tags/tag128.xml"/><Relationship Id="rId10" Type="http://schemas.openxmlformats.org/officeDocument/2006/relationships/tags" Target="../tags/tag115.xml"/><Relationship Id="rId19" Type="http://schemas.openxmlformats.org/officeDocument/2006/relationships/tags" Target="../tags/tag124.xml"/><Relationship Id="rId4" Type="http://schemas.openxmlformats.org/officeDocument/2006/relationships/tags" Target="../tags/tag109.xml"/><Relationship Id="rId9" Type="http://schemas.openxmlformats.org/officeDocument/2006/relationships/tags" Target="../tags/tag114.xml"/><Relationship Id="rId14" Type="http://schemas.openxmlformats.org/officeDocument/2006/relationships/tags" Target="../tags/tag119.xml"/><Relationship Id="rId22" Type="http://schemas.openxmlformats.org/officeDocument/2006/relationships/tags" Target="../tags/tag127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tags" Target="../tags/tag144.xml"/><Relationship Id="rId3" Type="http://schemas.openxmlformats.org/officeDocument/2006/relationships/tags" Target="../tags/tag139.xml"/><Relationship Id="rId7" Type="http://schemas.openxmlformats.org/officeDocument/2006/relationships/tags" Target="../tags/tag143.xml"/><Relationship Id="rId12" Type="http://schemas.openxmlformats.org/officeDocument/2006/relationships/slideMaster" Target="../slideMasters/slideMaster3.xml"/><Relationship Id="rId2" Type="http://schemas.openxmlformats.org/officeDocument/2006/relationships/tags" Target="../tags/tag138.xml"/><Relationship Id="rId1" Type="http://schemas.openxmlformats.org/officeDocument/2006/relationships/tags" Target="../tags/tag137.xml"/><Relationship Id="rId6" Type="http://schemas.openxmlformats.org/officeDocument/2006/relationships/tags" Target="../tags/tag142.xml"/><Relationship Id="rId11" Type="http://schemas.openxmlformats.org/officeDocument/2006/relationships/tags" Target="../tags/tag147.xml"/><Relationship Id="rId5" Type="http://schemas.openxmlformats.org/officeDocument/2006/relationships/tags" Target="../tags/tag141.xml"/><Relationship Id="rId10" Type="http://schemas.openxmlformats.org/officeDocument/2006/relationships/tags" Target="../tags/tag146.xml"/><Relationship Id="rId4" Type="http://schemas.openxmlformats.org/officeDocument/2006/relationships/tags" Target="../tags/tag140.xml"/><Relationship Id="rId9" Type="http://schemas.openxmlformats.org/officeDocument/2006/relationships/tags" Target="../tags/tag145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tags" Target="../tags/tag163.xml"/><Relationship Id="rId13" Type="http://schemas.openxmlformats.org/officeDocument/2006/relationships/slideMaster" Target="../slideMasters/slideMaster4.xml"/><Relationship Id="rId3" Type="http://schemas.openxmlformats.org/officeDocument/2006/relationships/tags" Target="../tags/tag158.xml"/><Relationship Id="rId7" Type="http://schemas.openxmlformats.org/officeDocument/2006/relationships/tags" Target="../tags/tag162.xml"/><Relationship Id="rId12" Type="http://schemas.openxmlformats.org/officeDocument/2006/relationships/tags" Target="../tags/tag167.xml"/><Relationship Id="rId2" Type="http://schemas.openxmlformats.org/officeDocument/2006/relationships/tags" Target="../tags/tag157.xml"/><Relationship Id="rId1" Type="http://schemas.openxmlformats.org/officeDocument/2006/relationships/tags" Target="../tags/tag156.xml"/><Relationship Id="rId6" Type="http://schemas.openxmlformats.org/officeDocument/2006/relationships/tags" Target="../tags/tag161.xml"/><Relationship Id="rId11" Type="http://schemas.openxmlformats.org/officeDocument/2006/relationships/tags" Target="../tags/tag166.xml"/><Relationship Id="rId5" Type="http://schemas.openxmlformats.org/officeDocument/2006/relationships/tags" Target="../tags/tag160.xml"/><Relationship Id="rId10" Type="http://schemas.openxmlformats.org/officeDocument/2006/relationships/tags" Target="../tags/tag165.xml"/><Relationship Id="rId4" Type="http://schemas.openxmlformats.org/officeDocument/2006/relationships/tags" Target="../tags/tag159.xml"/><Relationship Id="rId9" Type="http://schemas.openxmlformats.org/officeDocument/2006/relationships/tags" Target="../tags/tag164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tags" Target="../tags/tag183.xml"/><Relationship Id="rId3" Type="http://schemas.openxmlformats.org/officeDocument/2006/relationships/tags" Target="../tags/tag178.xml"/><Relationship Id="rId7" Type="http://schemas.openxmlformats.org/officeDocument/2006/relationships/tags" Target="../tags/tag182.xml"/><Relationship Id="rId2" Type="http://schemas.openxmlformats.org/officeDocument/2006/relationships/tags" Target="../tags/tag177.xml"/><Relationship Id="rId1" Type="http://schemas.openxmlformats.org/officeDocument/2006/relationships/tags" Target="../tags/tag176.xml"/><Relationship Id="rId6" Type="http://schemas.openxmlformats.org/officeDocument/2006/relationships/tags" Target="../tags/tag181.xml"/><Relationship Id="rId11" Type="http://schemas.openxmlformats.org/officeDocument/2006/relationships/slideMaster" Target="../slideMasters/slideMaster5.xml"/><Relationship Id="rId5" Type="http://schemas.openxmlformats.org/officeDocument/2006/relationships/tags" Target="../tags/tag180.xml"/><Relationship Id="rId10" Type="http://schemas.openxmlformats.org/officeDocument/2006/relationships/tags" Target="../tags/tag185.xml"/><Relationship Id="rId4" Type="http://schemas.openxmlformats.org/officeDocument/2006/relationships/tags" Target="../tags/tag179.xml"/><Relationship Id="rId9" Type="http://schemas.openxmlformats.org/officeDocument/2006/relationships/tags" Target="../tags/tag184.xml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tags" Target="../tags/tag201.xml"/><Relationship Id="rId3" Type="http://schemas.openxmlformats.org/officeDocument/2006/relationships/tags" Target="../tags/tag196.xml"/><Relationship Id="rId7" Type="http://schemas.openxmlformats.org/officeDocument/2006/relationships/tags" Target="../tags/tag200.xml"/><Relationship Id="rId2" Type="http://schemas.openxmlformats.org/officeDocument/2006/relationships/tags" Target="../tags/tag195.xml"/><Relationship Id="rId1" Type="http://schemas.openxmlformats.org/officeDocument/2006/relationships/tags" Target="../tags/tag194.xml"/><Relationship Id="rId6" Type="http://schemas.openxmlformats.org/officeDocument/2006/relationships/tags" Target="../tags/tag199.xml"/><Relationship Id="rId5" Type="http://schemas.openxmlformats.org/officeDocument/2006/relationships/tags" Target="../tags/tag198.xml"/><Relationship Id="rId4" Type="http://schemas.openxmlformats.org/officeDocument/2006/relationships/tags" Target="../tags/tag197.xml"/><Relationship Id="rId9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tags" Target="../tags/tag209.xml"/><Relationship Id="rId13" Type="http://schemas.openxmlformats.org/officeDocument/2006/relationships/slideMaster" Target="../slideMasters/slideMaster6.xml"/><Relationship Id="rId3" Type="http://schemas.openxmlformats.org/officeDocument/2006/relationships/tags" Target="../tags/tag204.xml"/><Relationship Id="rId7" Type="http://schemas.openxmlformats.org/officeDocument/2006/relationships/tags" Target="../tags/tag208.xml"/><Relationship Id="rId12" Type="http://schemas.openxmlformats.org/officeDocument/2006/relationships/tags" Target="../tags/tag213.xml"/><Relationship Id="rId2" Type="http://schemas.openxmlformats.org/officeDocument/2006/relationships/tags" Target="../tags/tag203.xml"/><Relationship Id="rId1" Type="http://schemas.openxmlformats.org/officeDocument/2006/relationships/tags" Target="../tags/tag202.xml"/><Relationship Id="rId6" Type="http://schemas.openxmlformats.org/officeDocument/2006/relationships/tags" Target="../tags/tag207.xml"/><Relationship Id="rId11" Type="http://schemas.openxmlformats.org/officeDocument/2006/relationships/tags" Target="../tags/tag212.xml"/><Relationship Id="rId5" Type="http://schemas.openxmlformats.org/officeDocument/2006/relationships/tags" Target="../tags/tag206.xml"/><Relationship Id="rId10" Type="http://schemas.openxmlformats.org/officeDocument/2006/relationships/tags" Target="../tags/tag211.xml"/><Relationship Id="rId4" Type="http://schemas.openxmlformats.org/officeDocument/2006/relationships/tags" Target="../tags/tag205.xml"/><Relationship Id="rId9" Type="http://schemas.openxmlformats.org/officeDocument/2006/relationships/tags" Target="../tags/tag210.xml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7.xml"/><Relationship Id="rId3" Type="http://schemas.openxmlformats.org/officeDocument/2006/relationships/tags" Target="../tags/tag224.xml"/><Relationship Id="rId7" Type="http://schemas.openxmlformats.org/officeDocument/2006/relationships/tags" Target="../tags/tag228.xml"/><Relationship Id="rId2" Type="http://schemas.openxmlformats.org/officeDocument/2006/relationships/tags" Target="../tags/tag223.xml"/><Relationship Id="rId1" Type="http://schemas.openxmlformats.org/officeDocument/2006/relationships/tags" Target="../tags/tag222.xml"/><Relationship Id="rId6" Type="http://schemas.openxmlformats.org/officeDocument/2006/relationships/tags" Target="../tags/tag227.xml"/><Relationship Id="rId5" Type="http://schemas.openxmlformats.org/officeDocument/2006/relationships/tags" Target="../tags/tag226.xml"/><Relationship Id="rId4" Type="http://schemas.openxmlformats.org/officeDocument/2006/relationships/tags" Target="../tags/tag225.xml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tags" Target="../tags/tag244.xml"/><Relationship Id="rId13" Type="http://schemas.openxmlformats.org/officeDocument/2006/relationships/slideMaster" Target="../slideMasters/slideMaster8.xml"/><Relationship Id="rId3" Type="http://schemas.openxmlformats.org/officeDocument/2006/relationships/tags" Target="../tags/tag239.xml"/><Relationship Id="rId7" Type="http://schemas.openxmlformats.org/officeDocument/2006/relationships/tags" Target="../tags/tag243.xml"/><Relationship Id="rId12" Type="http://schemas.openxmlformats.org/officeDocument/2006/relationships/tags" Target="../tags/tag248.xml"/><Relationship Id="rId2" Type="http://schemas.openxmlformats.org/officeDocument/2006/relationships/tags" Target="../tags/tag238.xml"/><Relationship Id="rId1" Type="http://schemas.openxmlformats.org/officeDocument/2006/relationships/tags" Target="../tags/tag237.xml"/><Relationship Id="rId6" Type="http://schemas.openxmlformats.org/officeDocument/2006/relationships/tags" Target="../tags/tag242.xml"/><Relationship Id="rId11" Type="http://schemas.openxmlformats.org/officeDocument/2006/relationships/tags" Target="../tags/tag247.xml"/><Relationship Id="rId5" Type="http://schemas.openxmlformats.org/officeDocument/2006/relationships/tags" Target="../tags/tag241.xml"/><Relationship Id="rId10" Type="http://schemas.openxmlformats.org/officeDocument/2006/relationships/tags" Target="../tags/tag246.xml"/><Relationship Id="rId4" Type="http://schemas.openxmlformats.org/officeDocument/2006/relationships/tags" Target="../tags/tag240.xml"/><Relationship Id="rId9" Type="http://schemas.openxmlformats.org/officeDocument/2006/relationships/tags" Target="../tags/tag24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>
                <a:solidFill>
                  <a:schemeClr val="tx1">
                    <a:lumMod val="9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8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8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3035300" cy="6858635"/>
          </a:xfrm>
          <a:prstGeom prst="rect">
            <a:avLst/>
          </a:prstGeom>
          <a:gradFill>
            <a:gsLst>
              <a:gs pos="0">
                <a:schemeClr val="bg2">
                  <a:alpha val="0"/>
                </a:schemeClr>
              </a:gs>
              <a:gs pos="100000">
                <a:schemeClr val="accent1">
                  <a:alpha val="65000"/>
                </a:schemeClr>
              </a:gs>
            </a:gsLst>
            <a:lin ang="5400000" scaled="0"/>
          </a:gradFill>
          <a:ln w="25400">
            <a:gradFill>
              <a:gsLst>
                <a:gs pos="100000">
                  <a:schemeClr val="accent1">
                    <a:alpha val="48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582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838200" y="1207008"/>
            <a:ext cx="1279165" cy="4443984"/>
          </a:xfrm>
          <a:noFill/>
        </p:spPr>
        <p:txBody>
          <a:bodyPr wrap="square" anchor="ctr">
            <a:normAutofit/>
          </a:bodyPr>
          <a:lstStyle>
            <a:lvl1pPr algn="ctr">
              <a:defRPr sz="6000" b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标题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10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001" r="9701"/>
          <a:stretch>
            <a:fillRect/>
          </a:stretch>
        </p:blipFill>
        <p:spPr>
          <a:xfrm>
            <a:off x="1934845" y="0"/>
            <a:ext cx="10257155" cy="397573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11">
            <a:alphaModFix amt="50000"/>
            <a:duotone>
              <a:schemeClr val="accent6">
                <a:shade val="45000"/>
                <a:satMod val="135000"/>
              </a:schemeClr>
              <a:prstClr val="white"/>
            </a:duotone>
            <a:lum bright="6000" contrast="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001" r="9701"/>
          <a:stretch>
            <a:fillRect/>
          </a:stretch>
        </p:blipFill>
        <p:spPr>
          <a:xfrm>
            <a:off x="1934845" y="0"/>
            <a:ext cx="10257155" cy="397573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10">
            <a:alphaModFix amt="30000"/>
            <a:duotone>
              <a:schemeClr val="accent1">
                <a:shade val="45000"/>
                <a:satMod val="135000"/>
              </a:schemeClr>
              <a:prstClr val="white"/>
            </a:duotone>
            <a:lum bright="6000" contras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001" r="9701"/>
          <a:stretch>
            <a:fillRect/>
          </a:stretch>
        </p:blipFill>
        <p:spPr>
          <a:xfrm>
            <a:off x="1934845" y="0"/>
            <a:ext cx="10257155" cy="39757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ctr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95960" y="1301750"/>
            <a:ext cx="5323840" cy="4875850"/>
          </a:xfrm>
          <a:noFill/>
        </p:spPr>
        <p:txBody>
          <a:bodyPr vert="horz" wrap="square" lIns="0" tIns="0" rIns="0" bIns="0" rtlCol="0" anchor="t">
            <a:normAutofit/>
          </a:bodyPr>
          <a:lstStyle>
            <a:lvl1pPr>
              <a:defRPr lang="zh-CN" altLang="en-US" dirty="0"/>
            </a:lvl1pPr>
            <a:lvl2pPr>
              <a:defRPr lang="zh-CN" altLang="en-US" dirty="0"/>
            </a:lvl2pPr>
            <a:lvl3pPr>
              <a:defRPr lang="zh-CN" altLang="en-US" dirty="0">
                <a:solidFill>
                  <a:schemeClr val="tx1">
                    <a:lumMod val="95000"/>
                  </a:schemeClr>
                </a:solidFill>
              </a:defRPr>
            </a:lvl3pPr>
            <a:lvl4pPr>
              <a:defRPr lang="zh-CN" altLang="en-US" sz="1200" dirty="0">
                <a:solidFill>
                  <a:schemeClr val="tx1">
                    <a:lumMod val="85000"/>
                  </a:schemeClr>
                </a:solidFill>
              </a:defRPr>
            </a:lvl4pPr>
            <a:lvl5pPr>
              <a:defRPr lang="zh-CN" altLang="en-US" sz="1200" dirty="0">
                <a:solidFill>
                  <a:schemeClr val="tx1">
                    <a:lumMod val="8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172200" y="1301750"/>
            <a:ext cx="5323840" cy="4875850"/>
          </a:xfrm>
          <a:noFill/>
        </p:spPr>
        <p:txBody>
          <a:bodyPr vert="horz" wrap="square" lIns="0" tIns="0" rIns="0" bIns="0" rtlCol="0" anchor="t">
            <a:normAutofit/>
          </a:bodyPr>
          <a:lstStyle>
            <a:lvl1pPr>
              <a:defRPr lang="zh-CN" altLang="en-US" dirty="0"/>
            </a:lvl1pPr>
            <a:lvl2pPr>
              <a:defRPr lang="zh-CN" altLang="en-US" dirty="0"/>
            </a:lvl2pPr>
            <a:lvl3pPr>
              <a:defRPr lang="zh-CN" altLang="en-US" dirty="0">
                <a:solidFill>
                  <a:schemeClr val="tx1">
                    <a:lumMod val="95000"/>
                  </a:schemeClr>
                </a:solidFill>
              </a:defRPr>
            </a:lvl3pPr>
            <a:lvl4pPr>
              <a:defRPr lang="zh-CN" altLang="en-US" sz="1200" dirty="0">
                <a:solidFill>
                  <a:schemeClr val="tx1">
                    <a:lumMod val="85000"/>
                  </a:schemeClr>
                </a:solidFill>
              </a:defRPr>
            </a:lvl4pPr>
            <a:lvl5pPr>
              <a:defRPr lang="zh-CN" altLang="en-US" sz="1200" dirty="0">
                <a:solidFill>
                  <a:schemeClr val="tx1">
                    <a:lumMod val="8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39788" y="360000"/>
            <a:ext cx="10515600" cy="864000"/>
          </a:xfrm>
        </p:spPr>
        <p:txBody>
          <a:bodyPr vert="horz" wrap="square" lIns="0" tIns="0" rIns="0" bIns="0" rtlCol="0" anchor="ctr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  <a:noFill/>
        </p:spPr>
        <p:txBody>
          <a:bodyPr vert="horz" wrap="square" lIns="0" tIns="0" rIns="0" bIns="0" rtlCol="0" anchor="t">
            <a:normAutofit/>
          </a:bodyPr>
          <a:lstStyle>
            <a:lvl1pPr>
              <a:defRPr lang="zh-CN" altLang="en-US" dirty="0"/>
            </a:lvl1pPr>
            <a:lvl2pPr>
              <a:defRPr lang="zh-CN" altLang="en-US" dirty="0"/>
            </a:lvl2pPr>
            <a:lvl3pPr>
              <a:defRPr lang="zh-CN" altLang="en-US" dirty="0">
                <a:solidFill>
                  <a:schemeClr val="tx1">
                    <a:lumMod val="95000"/>
                  </a:schemeClr>
                </a:solidFill>
              </a:defRPr>
            </a:lvl3pPr>
            <a:lvl4pPr>
              <a:defRPr lang="zh-CN" altLang="en-US" sz="1200" dirty="0">
                <a:solidFill>
                  <a:schemeClr val="tx1">
                    <a:lumMod val="85000"/>
                  </a:schemeClr>
                </a:solidFill>
              </a:defRPr>
            </a:lvl4pPr>
            <a:lvl5pPr>
              <a:defRPr lang="zh-CN" altLang="en-US" sz="1200" dirty="0">
                <a:solidFill>
                  <a:schemeClr val="tx1">
                    <a:lumMod val="8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  <a:noFill/>
        </p:spPr>
        <p:txBody>
          <a:bodyPr vert="horz" wrap="square" lIns="0" tIns="0" rIns="0" bIns="0" rtlCol="0" anchor="t">
            <a:normAutofit/>
          </a:bodyPr>
          <a:lstStyle>
            <a:lvl1pPr>
              <a:defRPr lang="zh-CN" altLang="en-US" dirty="0"/>
            </a:lvl1pPr>
            <a:lvl2pPr>
              <a:defRPr lang="zh-CN" altLang="en-US" dirty="0"/>
            </a:lvl2pPr>
            <a:lvl3pPr>
              <a:defRPr lang="zh-CN" altLang="en-US" dirty="0">
                <a:solidFill>
                  <a:schemeClr val="tx1">
                    <a:lumMod val="95000"/>
                  </a:schemeClr>
                </a:solidFill>
              </a:defRPr>
            </a:lvl3pPr>
            <a:lvl4pPr>
              <a:defRPr lang="zh-CN" altLang="en-US" sz="1200" dirty="0">
                <a:solidFill>
                  <a:schemeClr val="tx1">
                    <a:lumMod val="85000"/>
                  </a:schemeClr>
                </a:solidFill>
              </a:defRPr>
            </a:lvl4pPr>
            <a:lvl5pPr>
              <a:defRPr lang="zh-CN" altLang="en-US" sz="1200" dirty="0">
                <a:solidFill>
                  <a:schemeClr val="tx1">
                    <a:lumMod val="8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695960" y="360045"/>
            <a:ext cx="10801985" cy="5817870"/>
          </a:xfrm>
          <a:noFill/>
        </p:spPr>
        <p:txBody>
          <a:bodyPr vert="horz" wrap="square" lIns="0" tIns="0" rIns="0" bIns="0" rtlCol="0" anchor="t">
            <a:normAutofit/>
          </a:bodyPr>
          <a:lstStyle>
            <a:lvl1pPr>
              <a:defRPr lang="zh-CN" altLang="en-US" dirty="0"/>
            </a:lvl1pPr>
            <a:lvl2pPr>
              <a:defRPr lang="zh-CN" altLang="en-US" dirty="0"/>
            </a:lvl2pPr>
            <a:lvl3pPr>
              <a:defRPr lang="zh-CN" altLang="en-US" dirty="0">
                <a:solidFill>
                  <a:schemeClr val="tx1">
                    <a:lumMod val="95000"/>
                  </a:schemeClr>
                </a:solidFill>
              </a:defRPr>
            </a:lvl3pPr>
            <a:lvl4pPr>
              <a:defRPr lang="zh-CN" altLang="en-US" sz="1200" dirty="0">
                <a:solidFill>
                  <a:schemeClr val="tx1">
                    <a:lumMod val="85000"/>
                  </a:schemeClr>
                </a:solidFill>
              </a:defRPr>
            </a:lvl4pPr>
            <a:lvl5pPr>
              <a:defRPr lang="zh-CN" altLang="en-US" sz="1200" dirty="0">
                <a:solidFill>
                  <a:schemeClr val="tx1">
                    <a:lumMod val="8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39788" y="360000"/>
            <a:ext cx="10515600" cy="864000"/>
          </a:xfrm>
        </p:spPr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</a:t>
            </a:r>
            <a:r>
              <a:rPr lang="zh-CN" altLang="en-US"/>
              <a:t>此处编辑副标题</a:t>
            </a:r>
            <a:r>
              <a:rPr lang="zh-CN" altLang="en-US" dirty="0"/>
              <a:t>样式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封面页_1_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>
            <p:custDataLst>
              <p:tags r:id="rId1"/>
            </p:custDataLst>
          </p:nvPr>
        </p:nvSpPr>
        <p:spPr>
          <a:xfrm rot="5400000">
            <a:off x="2616201" y="-2413000"/>
            <a:ext cx="6654800" cy="11887202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75000"/>
                  <a:lumOff val="25000"/>
                  <a:alpha val="32000"/>
                </a:schemeClr>
              </a:gs>
              <a:gs pos="29000">
                <a:schemeClr val="accent6">
                  <a:alpha val="0"/>
                </a:schemeClr>
              </a:gs>
            </a:gsLst>
            <a:lin ang="12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WPS灵秀黑" charset="-122"/>
              <a:ea typeface="WPS灵秀黑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0350" y="774700"/>
            <a:ext cx="5314950" cy="5314950"/>
          </a:xfrm>
          <a:prstGeom prst="rect">
            <a:avLst/>
          </a:prstGeom>
        </p:spPr>
      </p:pic>
      <p:sp>
        <p:nvSpPr>
          <p:cNvPr id="8" name="日期占位符 3"/>
          <p:cNvSpPr>
            <a:spLocks noGrp="1"/>
          </p:cNvSpPr>
          <p:nvPr>
            <p:ph type="dt" sz="half" idx="16385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>
                <a:latin typeface="WPS灵秀黑" charset="-122"/>
                <a:ea typeface="WPS灵秀黑" charset="-122"/>
              </a:rPr>
              <a:t>2026/4/23</a:t>
            </a:fld>
            <a:endParaRPr lang="zh-CN" altLang="en-US">
              <a:latin typeface="WPS灵秀黑" charset="-122"/>
              <a:ea typeface="WPS灵秀黑" charset="-122"/>
            </a:endParaRPr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6386"/>
            <p:custDataLst>
              <p:tags r:id="rId4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>
              <a:latin typeface="WPS灵秀黑" charset="-122"/>
              <a:ea typeface="WPS灵秀黑" charset="-122"/>
            </a:endParaRPr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6387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>
                <a:latin typeface="WPS灵秀黑" charset="-122"/>
                <a:ea typeface="WPS灵秀黑" charset="-122"/>
              </a:rPr>
              <a:t>‹#›</a:t>
            </a:fld>
            <a:endParaRPr lang="zh-CN" altLang="en-US">
              <a:latin typeface="WPS灵秀黑" charset="-122"/>
              <a:ea typeface="WPS灵秀黑" charset="-122"/>
            </a:endParaRPr>
          </a:p>
        </p:txBody>
      </p:sp>
      <p:pic>
        <p:nvPicPr>
          <p:cNvPr id="11" name="图片 9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13">
            <a:alphaModFix amt="70000"/>
            <a:duotone>
              <a:schemeClr val="accent6">
                <a:shade val="45000"/>
                <a:satMod val="135000"/>
              </a:schemeClr>
              <a:prstClr val="white"/>
            </a:duotone>
            <a:lum bright="6000" contrast="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0350" y="774700"/>
            <a:ext cx="5314950" cy="5314950"/>
          </a:xfrm>
          <a:prstGeom prst="rect">
            <a:avLst/>
          </a:prstGeom>
        </p:spPr>
      </p:pic>
      <p:sp>
        <p:nvSpPr>
          <p:cNvPr id="15" name="Text Placeholder 14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1016000" y="1651000"/>
            <a:ext cx="6097058" cy="457200"/>
          </a:xfrm>
          <a:noFill/>
        </p:spPr>
        <p:txBody>
          <a:bodyPr vert="horz"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>
                <a:latin typeface="WPS灵秀黑" charset="-122"/>
                <a:ea typeface="WPS灵秀黑" charset="-122"/>
              </a:rPr>
              <a:t>20XX YEAR</a:t>
            </a:r>
          </a:p>
        </p:txBody>
      </p:sp>
      <p:pic>
        <p:nvPicPr>
          <p:cNvPr id="12" name="图片 6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12">
            <a:alphaModFix amt="70000"/>
            <a:duotone>
              <a:schemeClr val="accent1">
                <a:shade val="45000"/>
                <a:satMod val="135000"/>
              </a:schemeClr>
              <a:prstClr val="white"/>
            </a:duotone>
            <a:lum bright="6000" contras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0350" y="774700"/>
            <a:ext cx="5314950" cy="5314950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ctrTitle" idx="16388" hasCustomPrompt="1"/>
            <p:custDataLst>
              <p:tags r:id="rId9"/>
            </p:custDataLst>
          </p:nvPr>
        </p:nvSpPr>
        <p:spPr>
          <a:xfrm>
            <a:off x="1016000" y="2159000"/>
            <a:ext cx="6097270" cy="2540000"/>
          </a:xfrm>
          <a:noFill/>
        </p:spPr>
        <p:txBody>
          <a:bodyPr vert="horz" wrap="square"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000" b="0" spc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>
                <a:latin typeface="WPS灵秀黑" charset="-122"/>
                <a:ea typeface="WPS灵秀黑" charset="-122"/>
              </a:rPr>
              <a:t>单击此处添加文档标题</a:t>
            </a:r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6390" hasCustomPrompt="1"/>
            <p:custDataLst>
              <p:tags r:id="rId10"/>
            </p:custDataLst>
          </p:nvPr>
        </p:nvSpPr>
        <p:spPr>
          <a:xfrm>
            <a:off x="1016000" y="4749800"/>
            <a:ext cx="2540882" cy="533400"/>
          </a:xfrm>
          <a:noFill/>
        </p:spPr>
        <p:txBody>
          <a:bodyPr vert="horz" wrap="square" lIns="0" tIns="0" rIns="0" bIns="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spc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>
                <a:latin typeface="WPS灵秀黑" charset="-122"/>
                <a:ea typeface="WPS灵秀黑" charset="-122"/>
              </a:rPr>
              <a:t>BY WPS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章节页_1_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3"/>
          <p:cNvSpPr>
            <a:spLocks noGrp="1"/>
          </p:cNvSpPr>
          <p:nvPr>
            <p:ph type="dt" sz="half" idx="16385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6386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6387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14"/>
          <a:stretch>
            <a:fillRect/>
          </a:stretch>
        </p:blipFill>
        <p:spPr>
          <a:xfrm>
            <a:off x="0" y="424815"/>
            <a:ext cx="4846955" cy="6056630"/>
          </a:xfrm>
          <a:prstGeom prst="rect">
            <a:avLst/>
          </a:prstGeom>
        </p:spPr>
      </p:pic>
      <p:pic>
        <p:nvPicPr>
          <p:cNvPr id="11" name="图片 9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11">
            <a:alphaModFix amt="70000"/>
            <a:duotone>
              <a:schemeClr val="accent6">
                <a:shade val="45000"/>
                <a:satMod val="135000"/>
              </a:schemeClr>
              <a:prstClr val="white"/>
            </a:duotone>
            <a:lum bright="6000" contrast="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14"/>
          <a:stretch>
            <a:fillRect/>
          </a:stretch>
        </p:blipFill>
        <p:spPr>
          <a:xfrm>
            <a:off x="0" y="424815"/>
            <a:ext cx="4846955" cy="6056630"/>
          </a:xfrm>
          <a:prstGeom prst="rect">
            <a:avLst/>
          </a:prstGeom>
        </p:spPr>
      </p:pic>
      <p:pic>
        <p:nvPicPr>
          <p:cNvPr id="12" name="图片 2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10">
            <a:alphaModFix amt="70000"/>
            <a:duotone>
              <a:schemeClr val="accent1">
                <a:shade val="45000"/>
                <a:satMod val="135000"/>
              </a:schemeClr>
              <a:prstClr val="white"/>
            </a:duotone>
            <a:lum bright="6000" contras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59"/>
          <a:stretch>
            <a:fillRect/>
          </a:stretch>
        </p:blipFill>
        <p:spPr>
          <a:xfrm>
            <a:off x="123825" y="424815"/>
            <a:ext cx="4732020" cy="6056630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idx="16388" hasCustomPrompt="1"/>
            <p:custDataLst>
              <p:tags r:id="rId7"/>
            </p:custDataLst>
          </p:nvPr>
        </p:nvSpPr>
        <p:spPr>
          <a:xfrm>
            <a:off x="4823883" y="3530600"/>
            <a:ext cx="6352117" cy="1524000"/>
          </a:xfrm>
          <a:noFill/>
        </p:spPr>
        <p:txBody>
          <a:bodyPr vert="horz" wrap="square" lIns="0" tIns="0" rIns="0" bIns="0" anchor="t">
            <a:normAutofit/>
          </a:bodyPr>
          <a:lstStyle>
            <a:lvl1pPr mar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单击此处添加章节标题</a:t>
            </a:r>
          </a:p>
        </p:txBody>
      </p:sp>
      <p:sp>
        <p:nvSpPr>
          <p:cNvPr id="10" name="文本占位符 7"/>
          <p:cNvSpPr>
            <a:spLocks noGrp="1"/>
          </p:cNvSpPr>
          <p:nvPr>
            <p:ph type="body" sz="quarter" idx="16389" hasCustomPrompt="1"/>
            <p:custDataLst>
              <p:tags r:id="rId8"/>
            </p:custDataLst>
          </p:nvPr>
        </p:nvSpPr>
        <p:spPr>
          <a:xfrm>
            <a:off x="9648825" y="1905000"/>
            <a:ext cx="1527175" cy="1524000"/>
          </a:xfrm>
          <a:noFill/>
        </p:spPr>
        <p:txBody>
          <a:bodyPr vert="horz" wrap="square" lIns="0" tIns="0" rIns="0" bIns="0" anchor="ctr">
            <a:normAutofit/>
          </a:bodyPr>
          <a:lstStyle>
            <a:lvl1pPr marL="0" indent="0" algn="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7200" b="0" spc="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01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结束页_1_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>
            <p:custDataLst>
              <p:tags r:id="rId1"/>
            </p:custDataLst>
          </p:nvPr>
        </p:nvSpPr>
        <p:spPr>
          <a:xfrm rot="5400000">
            <a:off x="2616201" y="-2413000"/>
            <a:ext cx="6654800" cy="11887202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75000"/>
                  <a:lumOff val="25000"/>
                  <a:alpha val="32000"/>
                </a:schemeClr>
              </a:gs>
              <a:gs pos="29000">
                <a:schemeClr val="accent6">
                  <a:alpha val="0"/>
                </a:schemeClr>
              </a:gs>
            </a:gsLst>
            <a:lin ang="12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6385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6386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6387"/>
            <p:custDataLst>
              <p:tags r:id="rId4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5700" y="774700"/>
            <a:ext cx="5314950" cy="531495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12">
            <a:alphaModFix amt="70000"/>
            <a:duotone>
              <a:schemeClr val="accent6">
                <a:shade val="45000"/>
                <a:satMod val="135000"/>
              </a:schemeClr>
              <a:prstClr val="white"/>
            </a:duotone>
            <a:lum bright="6000" contrast="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5700" y="774700"/>
            <a:ext cx="5314950" cy="5314950"/>
          </a:xfrm>
          <a:prstGeom prst="rect">
            <a:avLst/>
          </a:prstGeom>
        </p:spPr>
      </p:pic>
      <p:pic>
        <p:nvPicPr>
          <p:cNvPr id="11" name="图片 2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11">
            <a:alphaModFix amt="70000"/>
            <a:duotone>
              <a:schemeClr val="accent1">
                <a:shade val="45000"/>
                <a:satMod val="135000"/>
              </a:schemeClr>
              <a:prstClr val="white"/>
            </a:duotone>
            <a:lum bright="6000" contras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5700" y="774700"/>
            <a:ext cx="5314950" cy="5314950"/>
          </a:xfrm>
          <a:prstGeom prst="rect">
            <a:avLst/>
          </a:prstGeom>
        </p:spPr>
      </p:pic>
      <p:sp>
        <p:nvSpPr>
          <p:cNvPr id="14" name="Subtitle 13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1016000" y="2667000"/>
            <a:ext cx="5449358" cy="457200"/>
          </a:xfrm>
          <a:noFill/>
        </p:spPr>
        <p:txBody>
          <a:bodyPr vert="horz"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THE END</a:t>
            </a:r>
          </a:p>
        </p:txBody>
      </p:sp>
      <p:sp>
        <p:nvSpPr>
          <p:cNvPr id="6" name="标题 1"/>
          <p:cNvSpPr>
            <a:spLocks noGrp="1"/>
          </p:cNvSpPr>
          <p:nvPr>
            <p:ph type="ctrTitle" idx="16388" hasCustomPrompt="1"/>
            <p:custDataLst>
              <p:tags r:id="rId9"/>
            </p:custDataLst>
          </p:nvPr>
        </p:nvSpPr>
        <p:spPr>
          <a:xfrm>
            <a:off x="1016000" y="3175000"/>
            <a:ext cx="5451122" cy="1016000"/>
          </a:xfrm>
          <a:noFill/>
        </p:spPr>
        <p:txBody>
          <a:bodyPr vert="horz" wrap="square"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400" b="0" spc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谢谢观看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Subtitle 10"/>
          <p:cNvSpPr>
            <a:spLocks noGrp="1"/>
          </p:cNvSpPr>
          <p:nvPr>
            <p:ph type="subTitle" idx="17826305" hasCustomPrompt="1"/>
            <p:custDataLst>
              <p:tags r:id="rId4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</a:p>
        </p:txBody>
      </p:sp>
      <p:sp>
        <p:nvSpPr>
          <p:cNvPr id="12" name="Title 11"/>
          <p:cNvSpPr>
            <a:spLocks noGrp="1"/>
          </p:cNvSpPr>
          <p:nvPr>
            <p:ph type="ctrTitle" idx="17826049" hasCustomPrompt="1"/>
            <p:custDataLst>
              <p:tags r:id="rId5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319883777" hasCustomPrompt="1"/>
            <p:custDataLst>
              <p:tags r:id="rId6"/>
            </p:custDataLst>
          </p:nvPr>
        </p:nvSpPr>
        <p:spPr>
          <a:xfrm>
            <a:off x="40703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</a:p>
        </p:txBody>
      </p:sp>
      <p:sp>
        <p:nvSpPr>
          <p:cNvPr id="14" name="装饰  3"/>
          <p:cNvSpPr>
            <a:spLocks noGrp="1"/>
          </p:cNvSpPr>
          <p:nvPr>
            <p:ph type="body" idx="319883522" hasCustomPrompt="1"/>
            <p:custDataLst>
              <p:tags r:id="rId7"/>
            </p:custDataLst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51446017" hasCustomPrompt="1"/>
            <p:custDataLst>
              <p:tags r:id="rId8"/>
            </p:custDataLst>
          </p:nvPr>
        </p:nvSpPr>
        <p:spPr>
          <a:xfrm>
            <a:off x="50800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319949313" hasCustomPrompt="1"/>
            <p:custDataLst>
              <p:tags r:id="rId9"/>
            </p:custDataLst>
          </p:nvPr>
        </p:nvSpPr>
        <p:spPr>
          <a:xfrm>
            <a:off x="79946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</a:p>
        </p:txBody>
      </p:sp>
      <p:sp>
        <p:nvSpPr>
          <p:cNvPr id="17" name="装饰  6"/>
          <p:cNvSpPr>
            <a:spLocks noGrp="1"/>
          </p:cNvSpPr>
          <p:nvPr>
            <p:ph type="body" idx="319949058" hasCustomPrompt="1"/>
            <p:custDataLst>
              <p:tags r:id="rId10"/>
            </p:custDataLst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51511553" hasCustomPrompt="1"/>
            <p:custDataLst>
              <p:tags r:id="rId11"/>
            </p:custDataLst>
          </p:nvPr>
        </p:nvSpPr>
        <p:spPr>
          <a:xfrm>
            <a:off x="90043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20014849" hasCustomPrompt="1"/>
            <p:custDataLst>
              <p:tags r:id="rId12"/>
            </p:custDataLst>
          </p:nvPr>
        </p:nvSpPr>
        <p:spPr>
          <a:xfrm>
            <a:off x="40703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</a:p>
        </p:txBody>
      </p:sp>
      <p:sp>
        <p:nvSpPr>
          <p:cNvPr id="20" name="装饰  9"/>
          <p:cNvSpPr>
            <a:spLocks noGrp="1"/>
          </p:cNvSpPr>
          <p:nvPr>
            <p:ph type="body" idx="320014594" hasCustomPrompt="1"/>
            <p:custDataLst>
              <p:tags r:id="rId13"/>
            </p:custDataLst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51577089" hasCustomPrompt="1"/>
            <p:custDataLst>
              <p:tags r:id="rId14"/>
            </p:custDataLst>
          </p:nvPr>
        </p:nvSpPr>
        <p:spPr>
          <a:xfrm>
            <a:off x="50800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idx="320080385" hasCustomPrompt="1"/>
            <p:custDataLst>
              <p:tags r:id="rId15"/>
            </p:custDataLst>
          </p:nvPr>
        </p:nvSpPr>
        <p:spPr>
          <a:xfrm>
            <a:off x="79946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</a:p>
        </p:txBody>
      </p:sp>
      <p:sp>
        <p:nvSpPr>
          <p:cNvPr id="23" name="装饰  2"/>
          <p:cNvSpPr>
            <a:spLocks noGrp="1"/>
          </p:cNvSpPr>
          <p:nvPr>
            <p:ph type="body" idx="320080130" hasCustomPrompt="1"/>
            <p:custDataLst>
              <p:tags r:id="rId16"/>
            </p:custDataLst>
          </p:nvPr>
        </p:nvSpPr>
        <p:spPr>
          <a:xfrm>
            <a:off x="87757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</a:p>
        </p:txBody>
      </p:sp>
      <p:sp>
        <p:nvSpPr>
          <p:cNvPr id="24" name="Text Placeholder 23"/>
          <p:cNvSpPr>
            <a:spLocks noGrp="1"/>
          </p:cNvSpPr>
          <p:nvPr>
            <p:ph type="body" idx="51642625" hasCustomPrompt="1"/>
            <p:custDataLst>
              <p:tags r:id="rId17"/>
            </p:custDataLst>
          </p:nvPr>
        </p:nvSpPr>
        <p:spPr>
          <a:xfrm>
            <a:off x="90043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_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>
                <a:latin typeface="WPS灵秀黑" charset="-122"/>
                <a:ea typeface="WPS灵秀黑" charset="-122"/>
              </a:rPr>
              <a:t>2026/4/23</a:t>
            </a:fld>
            <a:endParaRPr lang="zh-CN" altLang="en-US">
              <a:latin typeface="WPS灵秀黑" charset="-122"/>
              <a:ea typeface="WPS灵秀黑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>
              <a:latin typeface="WPS灵秀黑" charset="-122"/>
              <a:ea typeface="WPS灵秀黑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>
                <a:latin typeface="WPS灵秀黑" charset="-122"/>
                <a:ea typeface="WPS灵秀黑" charset="-122"/>
              </a:rPr>
              <a:t>‹#›</a:t>
            </a:fld>
            <a:endParaRPr lang="zh-CN" altLang="en-US">
              <a:latin typeface="WPS灵秀黑" charset="-122"/>
              <a:ea typeface="WPS灵秀黑" charset="-122"/>
            </a:endParaRPr>
          </a:p>
        </p:txBody>
      </p:sp>
      <p:sp>
        <p:nvSpPr>
          <p:cNvPr id="11" name="副标题 10"/>
          <p:cNvSpPr>
            <a:spLocks noGrp="1"/>
          </p:cNvSpPr>
          <p:nvPr>
            <p:ph type="subTitle" idx="16386" hasCustomPrompt="1"/>
            <p:custDataLst>
              <p:tags r:id="rId4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>
                <a:latin typeface="WPS灵秀黑" charset="-122"/>
                <a:ea typeface="WPS灵秀黑" charset="-122"/>
              </a:rPr>
              <a:t>CONTENTS</a:t>
            </a:r>
          </a:p>
        </p:txBody>
      </p:sp>
      <p:sp>
        <p:nvSpPr>
          <p:cNvPr id="12" name="标题 11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WPS灵秀黑" charset="-122"/>
                <a:ea typeface="WPS灵秀黑" charset="-122"/>
              </a:rPr>
              <a:t>目录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4070350" y="14478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>
                <a:latin typeface="WPS灵秀黑" charset="-122"/>
                <a:ea typeface="WPS灵秀黑" charset="-122"/>
              </a:rPr>
              <a:t>01</a:t>
            </a:r>
          </a:p>
        </p:txBody>
      </p:sp>
      <p:sp>
        <p:nvSpPr>
          <p:cNvPr id="14" name="装饰  3"/>
          <p:cNvSpPr>
            <a:spLocks noGrp="1"/>
          </p:cNvSpPr>
          <p:nvPr>
            <p:ph type="body" idx="16399" hasCustomPrompt="1"/>
            <p:custDataLst>
              <p:tags r:id="rId7"/>
            </p:custDataLst>
          </p:nvPr>
        </p:nvSpPr>
        <p:spPr>
          <a:xfrm>
            <a:off x="4851400" y="13716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WPS灵秀黑" charset="-122"/>
                <a:ea typeface="WPS灵秀黑" charset="-122"/>
              </a:rPr>
              <a:t> 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5080000" y="12954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WPS灵秀黑" charset="-122"/>
                <a:ea typeface="WPS灵秀黑" charset="-122"/>
              </a:rPr>
              <a:t>单击此处添加项标题</a:t>
            </a:r>
          </a:p>
        </p:txBody>
      </p:sp>
      <p:sp>
        <p:nvSpPr>
          <p:cNvPr id="16" name="文本占位符 15"/>
          <p:cNvSpPr>
            <a:spLocks noGrp="1"/>
          </p:cNvSpPr>
          <p:nvPr>
            <p:ph type="body" idx="16390" hasCustomPrompt="1"/>
            <p:custDataLst>
              <p:tags r:id="rId9"/>
            </p:custDataLst>
          </p:nvPr>
        </p:nvSpPr>
        <p:spPr>
          <a:xfrm>
            <a:off x="7994650" y="14478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>
                <a:latin typeface="WPS灵秀黑" charset="-122"/>
                <a:ea typeface="WPS灵秀黑" charset="-122"/>
              </a:rPr>
              <a:t>02</a:t>
            </a:r>
          </a:p>
        </p:txBody>
      </p:sp>
      <p:sp>
        <p:nvSpPr>
          <p:cNvPr id="17" name="装饰  6"/>
          <p:cNvSpPr>
            <a:spLocks noGrp="1"/>
          </p:cNvSpPr>
          <p:nvPr>
            <p:ph type="body" idx="16400" hasCustomPrompt="1"/>
            <p:custDataLst>
              <p:tags r:id="rId10"/>
            </p:custDataLst>
          </p:nvPr>
        </p:nvSpPr>
        <p:spPr>
          <a:xfrm>
            <a:off x="8775700" y="13716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WPS灵秀黑" charset="-122"/>
                <a:ea typeface="WPS灵秀黑" charset="-122"/>
              </a:rPr>
              <a:t> </a:t>
            </a:r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9004300" y="12954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WPS灵秀黑" charset="-122"/>
                <a:ea typeface="WPS灵秀黑" charset="-122"/>
              </a:rPr>
              <a:t>单击此处添加项标题</a:t>
            </a:r>
          </a:p>
        </p:txBody>
      </p:sp>
      <p:sp>
        <p:nvSpPr>
          <p:cNvPr id="19" name="文本占位符 18"/>
          <p:cNvSpPr>
            <a:spLocks noGrp="1"/>
          </p:cNvSpPr>
          <p:nvPr>
            <p:ph type="body" idx="16392" hasCustomPrompt="1"/>
            <p:custDataLst>
              <p:tags r:id="rId12"/>
            </p:custDataLst>
          </p:nvPr>
        </p:nvSpPr>
        <p:spPr>
          <a:xfrm>
            <a:off x="40703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>
                <a:latin typeface="WPS灵秀黑" charset="-122"/>
                <a:ea typeface="WPS灵秀黑" charset="-122"/>
              </a:rPr>
              <a:t>03</a:t>
            </a:r>
          </a:p>
        </p:txBody>
      </p:sp>
      <p:sp>
        <p:nvSpPr>
          <p:cNvPr id="20" name="装饰  9"/>
          <p:cNvSpPr>
            <a:spLocks noGrp="1"/>
          </p:cNvSpPr>
          <p:nvPr>
            <p:ph type="body" idx="16401" hasCustomPrompt="1"/>
            <p:custDataLst>
              <p:tags r:id="rId13"/>
            </p:custDataLst>
          </p:nvPr>
        </p:nvSpPr>
        <p:spPr>
          <a:xfrm>
            <a:off x="48514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WPS灵秀黑" charset="-122"/>
                <a:ea typeface="WPS灵秀黑" charset="-122"/>
              </a:rPr>
              <a:t> </a:t>
            </a:r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50800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WPS灵秀黑" charset="-122"/>
                <a:ea typeface="WPS灵秀黑" charset="-122"/>
              </a:rPr>
              <a:t>单击此处添加项标题</a:t>
            </a:r>
          </a:p>
        </p:txBody>
      </p:sp>
      <p:sp>
        <p:nvSpPr>
          <p:cNvPr id="22" name="文本占位符 21"/>
          <p:cNvSpPr>
            <a:spLocks noGrp="1"/>
          </p:cNvSpPr>
          <p:nvPr>
            <p:ph type="body" idx="16394" hasCustomPrompt="1"/>
            <p:custDataLst>
              <p:tags r:id="rId15"/>
            </p:custDataLst>
          </p:nvPr>
        </p:nvSpPr>
        <p:spPr>
          <a:xfrm>
            <a:off x="79946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>
                <a:latin typeface="WPS灵秀黑" charset="-122"/>
                <a:ea typeface="WPS灵秀黑" charset="-122"/>
              </a:rPr>
              <a:t>04</a:t>
            </a:r>
          </a:p>
        </p:txBody>
      </p:sp>
      <p:sp>
        <p:nvSpPr>
          <p:cNvPr id="23" name="装饰  2"/>
          <p:cNvSpPr>
            <a:spLocks noGrp="1"/>
          </p:cNvSpPr>
          <p:nvPr>
            <p:ph type="body" idx="16402" hasCustomPrompt="1"/>
            <p:custDataLst>
              <p:tags r:id="rId16"/>
            </p:custDataLst>
          </p:nvPr>
        </p:nvSpPr>
        <p:spPr>
          <a:xfrm>
            <a:off x="87757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WPS灵秀黑" charset="-122"/>
                <a:ea typeface="WPS灵秀黑" charset="-122"/>
              </a:rPr>
              <a:t> </a:t>
            </a:r>
          </a:p>
        </p:txBody>
      </p:sp>
      <p:sp>
        <p:nvSpPr>
          <p:cNvPr id="24" name="文本占位符 23"/>
          <p:cNvSpPr>
            <a:spLocks noGrp="1"/>
          </p:cNvSpPr>
          <p:nvPr>
            <p:ph type="body" idx="16393" hasCustomPrompt="1"/>
            <p:custDataLst>
              <p:tags r:id="rId17"/>
            </p:custDataLst>
          </p:nvPr>
        </p:nvSpPr>
        <p:spPr>
          <a:xfrm>
            <a:off x="90043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WPS灵秀黑" charset="-122"/>
                <a:ea typeface="WPS灵秀黑" charset="-122"/>
              </a:rPr>
              <a:t>单击此处添加项标题</a:t>
            </a:r>
          </a:p>
        </p:txBody>
      </p:sp>
      <p:sp>
        <p:nvSpPr>
          <p:cNvPr id="25" name="文本占位符 24"/>
          <p:cNvSpPr>
            <a:spLocks noGrp="1"/>
          </p:cNvSpPr>
          <p:nvPr>
            <p:ph type="body" idx="16396" hasCustomPrompt="1"/>
            <p:custDataLst>
              <p:tags r:id="rId18"/>
            </p:custDataLst>
          </p:nvPr>
        </p:nvSpPr>
        <p:spPr>
          <a:xfrm>
            <a:off x="4070350" y="48006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>
                <a:latin typeface="WPS灵秀黑" charset="-122"/>
                <a:ea typeface="WPS灵秀黑" charset="-122"/>
              </a:rPr>
              <a:t>05</a:t>
            </a:r>
          </a:p>
        </p:txBody>
      </p:sp>
      <p:sp>
        <p:nvSpPr>
          <p:cNvPr id="26" name="装饰  5"/>
          <p:cNvSpPr>
            <a:spLocks noGrp="1"/>
          </p:cNvSpPr>
          <p:nvPr>
            <p:ph type="body" idx="16403" hasCustomPrompt="1"/>
            <p:custDataLst>
              <p:tags r:id="rId19"/>
            </p:custDataLst>
          </p:nvPr>
        </p:nvSpPr>
        <p:spPr>
          <a:xfrm>
            <a:off x="4851400" y="47244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WPS灵秀黑" charset="-122"/>
                <a:ea typeface="WPS灵秀黑" charset="-122"/>
              </a:rPr>
              <a:t> </a:t>
            </a:r>
          </a:p>
        </p:txBody>
      </p:sp>
      <p:sp>
        <p:nvSpPr>
          <p:cNvPr id="27" name="文本占位符 26"/>
          <p:cNvSpPr>
            <a:spLocks noGrp="1"/>
          </p:cNvSpPr>
          <p:nvPr>
            <p:ph type="body" idx="16395" hasCustomPrompt="1"/>
            <p:custDataLst>
              <p:tags r:id="rId20"/>
            </p:custDataLst>
          </p:nvPr>
        </p:nvSpPr>
        <p:spPr>
          <a:xfrm>
            <a:off x="5080000" y="46482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WPS灵秀黑" charset="-122"/>
                <a:ea typeface="WPS灵秀黑" charset="-122"/>
              </a:rPr>
              <a:t>单击此处添加项标题</a:t>
            </a:r>
          </a:p>
        </p:txBody>
      </p:sp>
      <p:sp>
        <p:nvSpPr>
          <p:cNvPr id="28" name="文本占位符 27"/>
          <p:cNvSpPr>
            <a:spLocks noGrp="1"/>
          </p:cNvSpPr>
          <p:nvPr>
            <p:ph type="body" idx="16398" hasCustomPrompt="1"/>
            <p:custDataLst>
              <p:tags r:id="rId21"/>
            </p:custDataLst>
          </p:nvPr>
        </p:nvSpPr>
        <p:spPr>
          <a:xfrm>
            <a:off x="7994650" y="48006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>
                <a:latin typeface="WPS灵秀黑" charset="-122"/>
                <a:ea typeface="WPS灵秀黑" charset="-122"/>
              </a:rPr>
              <a:t>06</a:t>
            </a:r>
          </a:p>
        </p:txBody>
      </p:sp>
      <p:sp>
        <p:nvSpPr>
          <p:cNvPr id="29" name="装饰  8"/>
          <p:cNvSpPr>
            <a:spLocks noGrp="1"/>
          </p:cNvSpPr>
          <p:nvPr>
            <p:ph type="body" idx="16404" hasCustomPrompt="1"/>
            <p:custDataLst>
              <p:tags r:id="rId22"/>
            </p:custDataLst>
          </p:nvPr>
        </p:nvSpPr>
        <p:spPr>
          <a:xfrm>
            <a:off x="8775700" y="47244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WPS灵秀黑" charset="-122"/>
                <a:ea typeface="WPS灵秀黑" charset="-122"/>
              </a:rPr>
              <a:t> </a:t>
            </a:r>
          </a:p>
        </p:txBody>
      </p:sp>
      <p:sp>
        <p:nvSpPr>
          <p:cNvPr id="30" name="文本占位符 29"/>
          <p:cNvSpPr>
            <a:spLocks noGrp="1"/>
          </p:cNvSpPr>
          <p:nvPr>
            <p:ph type="body" idx="16397" hasCustomPrompt="1"/>
            <p:custDataLst>
              <p:tags r:id="rId23"/>
            </p:custDataLst>
          </p:nvPr>
        </p:nvSpPr>
        <p:spPr>
          <a:xfrm>
            <a:off x="9004300" y="46482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WPS灵秀黑" charset="-122"/>
                <a:ea typeface="WPS灵秀黑" charset="-122"/>
              </a:rPr>
              <a:t>单击此处添加项标题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0_7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>
                <a:latin typeface="WPS灵秀黑" charset="-122"/>
                <a:ea typeface="WPS灵秀黑" charset="-122"/>
              </a:rPr>
              <a:t>2026/4/23</a:t>
            </a:fld>
            <a:endParaRPr lang="zh-CN" altLang="en-US">
              <a:latin typeface="WPS灵秀黑" charset="-122"/>
              <a:ea typeface="WPS灵秀黑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>
              <a:latin typeface="WPS灵秀黑" charset="-122"/>
              <a:ea typeface="WPS灵秀黑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>
                <a:latin typeface="WPS灵秀黑" charset="-122"/>
                <a:ea typeface="WPS灵秀黑" charset="-122"/>
              </a:rPr>
              <a:t>‹#›</a:t>
            </a:fld>
            <a:endParaRPr lang="zh-CN" altLang="en-US">
              <a:latin typeface="WPS灵秀黑" charset="-122"/>
              <a:ea typeface="WPS灵秀黑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4"/>
            </p:custDataLst>
          </p:nvPr>
        </p:nvSpPr>
        <p:spPr>
          <a:xfrm>
            <a:off x="5257800" y="533400"/>
            <a:ext cx="6324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WPS灵秀黑" charset="-122"/>
                <a:ea typeface="WPS灵秀黑" charset="-122"/>
              </a:rPr>
              <a:t>单击此处添加标题</a:t>
            </a:r>
          </a:p>
        </p:txBody>
      </p:sp>
      <p:sp>
        <p:nvSpPr>
          <p:cNvPr id="12" name="内容占位符 11"/>
          <p:cNvSpPr>
            <a:spLocks noGrp="1"/>
          </p:cNvSpPr>
          <p:nvPr>
            <p:ph idx="16390" hasCustomPrompt="1"/>
            <p:custDataLst>
              <p:tags r:id="rId5"/>
            </p:custDataLst>
          </p:nvPr>
        </p:nvSpPr>
        <p:spPr>
          <a:xfrm>
            <a:off x="609600" y="609600"/>
            <a:ext cx="4038600" cy="5638800"/>
          </a:xfrm>
          <a:custGeom>
            <a:avLst/>
            <a:gdLst>
              <a:gd name="connisteX0" fmla="*/ 0 w 4038600"/>
              <a:gd name="connsiteY0" fmla="*/ 203200 h 5638800"/>
              <a:gd name="connisteX1" fmla="*/ 203200 w 4038600"/>
              <a:gd name="connsiteY1" fmla="*/ 0 h 5638800"/>
              <a:gd name="connisteX2" fmla="*/ 3835400 w 4038600"/>
              <a:gd name="connsiteY2" fmla="*/ 0 h 5638800"/>
              <a:gd name="connisteX3" fmla="*/ 4038600 w 4038600"/>
              <a:gd name="connsiteY3" fmla="*/ 203200 h 5638800"/>
              <a:gd name="connisteX4" fmla="*/ 4038600 w 4038600"/>
              <a:gd name="connsiteY4" fmla="*/ 5435600 h 5638800"/>
              <a:gd name="connisteX5" fmla="*/ 3835400 w 4038600"/>
              <a:gd name="connsiteY5" fmla="*/ 5638800 h 5638800"/>
              <a:gd name="connisteX6" fmla="*/ 203200 w 4038600"/>
              <a:gd name="connsiteY6" fmla="*/ 5638800 h 5638800"/>
              <a:gd name="connisteX7" fmla="*/ 0 w 4038600"/>
              <a:gd name="connsiteY7" fmla="*/ 5435600 h 5638800"/>
              <a:gd name="connisteX8" fmla="*/ 0 w 40386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40386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835400" y="0"/>
                </a:lnTo>
                <a:cubicBezTo>
                  <a:pt x="3947624" y="0"/>
                  <a:pt x="4038600" y="90976"/>
                  <a:pt x="4038600" y="203200"/>
                </a:cubicBezTo>
                <a:lnTo>
                  <a:pt x="4038600" y="5435600"/>
                </a:lnTo>
                <a:cubicBezTo>
                  <a:pt x="4038600" y="5547824"/>
                  <a:pt x="3947624" y="5638800"/>
                  <a:pt x="38354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WPS灵秀黑" charset="-122"/>
                <a:ea typeface="WPS灵秀黑" charset="-122"/>
              </a:rPr>
              <a:t> </a:t>
            </a:r>
          </a:p>
        </p:txBody>
      </p:sp>
      <p:sp>
        <p:nvSpPr>
          <p:cNvPr id="13" name="装饰  2"/>
          <p:cNvSpPr>
            <a:spLocks noGrp="1"/>
          </p:cNvSpPr>
          <p:nvPr>
            <p:ph type="body" idx="16391" hasCustomPrompt="1"/>
            <p:custDataLst>
              <p:tags r:id="rId6"/>
            </p:custDataLst>
          </p:nvPr>
        </p:nvSpPr>
        <p:spPr>
          <a:xfrm>
            <a:off x="5257800" y="21844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WPS灵秀黑" charset="-122"/>
                <a:ea typeface="WPS灵秀黑" charset="-122"/>
              </a:rPr>
              <a:t> 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5410200" y="2184400"/>
            <a:ext cx="6172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WPS灵秀黑" charset="-122"/>
                <a:ea typeface="WPS灵秀黑" charset="-122"/>
              </a:rPr>
              <a:t>单击此处添加项标题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5410200" y="2692400"/>
            <a:ext cx="6172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WPS灵秀黑" charset="-122"/>
                <a:ea typeface="WPS灵秀黑" charset="-122"/>
              </a:rPr>
              <a:t>单击此处添加项正文</a:t>
            </a:r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9"/>
            </p:custDataLst>
          </p:nvPr>
        </p:nvSpPr>
        <p:spPr>
          <a:xfrm>
            <a:off x="5257800" y="45212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WPS灵秀黑" charset="-122"/>
                <a:ea typeface="WPS灵秀黑" charset="-122"/>
              </a:rPr>
              <a:t> </a:t>
            </a:r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0"/>
            </p:custDataLst>
          </p:nvPr>
        </p:nvSpPr>
        <p:spPr>
          <a:xfrm>
            <a:off x="5410200" y="4521200"/>
            <a:ext cx="6172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WPS灵秀黑" charset="-122"/>
                <a:ea typeface="WPS灵秀黑" charset="-122"/>
              </a:rPr>
              <a:t>单击此处添加项标题</a:t>
            </a:r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5410200" y="5029200"/>
            <a:ext cx="6172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WPS灵秀黑" charset="-122"/>
                <a:ea typeface="WPS灵秀黑" charset="-122"/>
              </a:rPr>
              <a:t>单击此处添加项正文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标下内-装饰无-颜色错位-并列-2_11_group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>
                <a:latin typeface="WPS灵秀黑" charset="-122"/>
                <a:ea typeface="WPS灵秀黑" charset="-122"/>
              </a:rPr>
              <a:t>2026/4/23</a:t>
            </a:fld>
            <a:endParaRPr lang="zh-CN" altLang="en-US">
              <a:latin typeface="WPS灵秀黑" charset="-122"/>
              <a:ea typeface="WPS灵秀黑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>
              <a:latin typeface="WPS灵秀黑" charset="-122"/>
              <a:ea typeface="WPS灵秀黑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>
                <a:latin typeface="WPS灵秀黑" charset="-122"/>
                <a:ea typeface="WPS灵秀黑" charset="-122"/>
              </a:rPr>
              <a:t>‹#›</a:t>
            </a:fld>
            <a:endParaRPr lang="zh-CN" altLang="en-US">
              <a:latin typeface="WPS灵秀黑" charset="-122"/>
              <a:ea typeface="WPS灵秀黑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4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WPS灵秀黑" charset="-122"/>
                <a:ea typeface="WPS灵秀黑" charset="-122"/>
              </a:rPr>
              <a:t>单击此处添加标题</a:t>
            </a:r>
          </a:p>
        </p:txBody>
      </p:sp>
      <p:sp>
        <p:nvSpPr>
          <p:cNvPr id="12" name="装饰  1"/>
          <p:cNvSpPr>
            <a:spLocks noGrp="1"/>
          </p:cNvSpPr>
          <p:nvPr>
            <p:ph type="body" idx="16390" hasCustomPrompt="1"/>
            <p:custDataLst>
              <p:tags r:id="rId5"/>
            </p:custDataLst>
          </p:nvPr>
        </p:nvSpPr>
        <p:spPr>
          <a:xfrm>
            <a:off x="4165600" y="1524000"/>
            <a:ext cx="7416800" cy="2209800"/>
          </a:xfrm>
          <a:custGeom>
            <a:avLst/>
            <a:gdLst>
              <a:gd name="connisteX0" fmla="*/ 0 w 7416800"/>
              <a:gd name="connsiteY0" fmla="*/ 0 h 2209800"/>
              <a:gd name="connisteX1" fmla="*/ 7213600 w 7416800"/>
              <a:gd name="connsiteY1" fmla="*/ 0 h 2209800"/>
              <a:gd name="connisteX2" fmla="*/ 7416800 w 7416800"/>
              <a:gd name="connsiteY2" fmla="*/ 203200 h 2209800"/>
              <a:gd name="connisteX3" fmla="*/ 7416800 w 7416800"/>
              <a:gd name="connsiteY3" fmla="*/ 2006600 h 2209800"/>
              <a:gd name="connisteX4" fmla="*/ 7213600 w 7416800"/>
              <a:gd name="connsiteY4" fmla="*/ 2209800 h 2209800"/>
              <a:gd name="connisteX5" fmla="*/ 0 w 7416800"/>
              <a:gd name="connsiteY5" fmla="*/ 2209800 h 2209800"/>
              <a:gd name="connisteX6" fmla="*/ 0 w 74168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7416800" h="2209800">
                <a:moveTo>
                  <a:pt x="0" y="0"/>
                </a:moveTo>
                <a:lnTo>
                  <a:pt x="7213600" y="0"/>
                </a:lnTo>
                <a:cubicBezTo>
                  <a:pt x="7325824" y="0"/>
                  <a:pt x="7416800" y="90976"/>
                  <a:pt x="7416800" y="203200"/>
                </a:cubicBezTo>
                <a:lnTo>
                  <a:pt x="7416800" y="2006600"/>
                </a:lnTo>
                <a:cubicBezTo>
                  <a:pt x="7416800" y="2118824"/>
                  <a:pt x="7325824" y="2209800"/>
                  <a:pt x="72136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40000"/>
                </a:schemeClr>
              </a:gs>
              <a:gs pos="100000">
                <a:schemeClr val="accent1">
                  <a:lumMod val="4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WPS灵秀黑" charset="-122"/>
                <a:ea typeface="WPS灵秀黑" charset="-122"/>
              </a:rPr>
              <a:t> </a:t>
            </a:r>
          </a:p>
        </p:txBody>
      </p:sp>
      <p:sp>
        <p:nvSpPr>
          <p:cNvPr id="13" name="图片占位符 12"/>
          <p:cNvSpPr>
            <a:spLocks noGrp="1"/>
          </p:cNvSpPr>
          <p:nvPr>
            <p:ph type="pic" idx="16391" hasCustomPrompt="1"/>
            <p:custDataLst>
              <p:tags r:id="rId6"/>
            </p:custDataLst>
          </p:nvPr>
        </p:nvSpPr>
        <p:spPr>
          <a:xfrm>
            <a:off x="609600" y="1524000"/>
            <a:ext cx="3556000" cy="2209800"/>
          </a:xfrm>
          <a:custGeom>
            <a:avLst/>
            <a:gdLst>
              <a:gd name="connisteX0" fmla="*/ 0 w 3556000"/>
              <a:gd name="connsiteY0" fmla="*/ 203200 h 2209800"/>
              <a:gd name="connisteX1" fmla="*/ 203200 w 3556000"/>
              <a:gd name="connsiteY1" fmla="*/ 0 h 2209800"/>
              <a:gd name="connisteX2" fmla="*/ 3556000 w 3556000"/>
              <a:gd name="connsiteY2" fmla="*/ 0 h 2209800"/>
              <a:gd name="connisteX3" fmla="*/ 3556000 w 3556000"/>
              <a:gd name="connsiteY3" fmla="*/ 2209800 h 2209800"/>
              <a:gd name="connisteX4" fmla="*/ 203200 w 3556000"/>
              <a:gd name="connsiteY4" fmla="*/ 2209800 h 2209800"/>
              <a:gd name="connisteX5" fmla="*/ 0 w 3556000"/>
              <a:gd name="connsiteY5" fmla="*/ 2006600 h 2209800"/>
              <a:gd name="connisteX6" fmla="*/ 0 w 3556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3556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556000" y="0"/>
                </a:lnTo>
                <a:lnTo>
                  <a:pt x="3556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WPS灵秀黑" charset="-122"/>
                <a:ea typeface="WPS灵秀黑" charset="-122"/>
              </a:rPr>
              <a:t> 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4470400" y="1892300"/>
            <a:ext cx="6807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WPS灵秀黑" charset="-122"/>
                <a:ea typeface="WPS灵秀黑" charset="-122"/>
              </a:rPr>
              <a:t>单击此处添加项标题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4470400" y="2451100"/>
            <a:ext cx="6807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WPS灵秀黑" charset="-122"/>
                <a:ea typeface="WPS灵秀黑" charset="-122"/>
              </a:rPr>
              <a:t>单击此处添加项正文</a:t>
            </a:r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9"/>
            </p:custDataLst>
          </p:nvPr>
        </p:nvSpPr>
        <p:spPr>
          <a:xfrm>
            <a:off x="4165600" y="4038600"/>
            <a:ext cx="7416800" cy="2209800"/>
          </a:xfrm>
          <a:custGeom>
            <a:avLst/>
            <a:gdLst>
              <a:gd name="connisteX0" fmla="*/ 0 w 7416800"/>
              <a:gd name="connsiteY0" fmla="*/ 0 h 2209800"/>
              <a:gd name="connisteX1" fmla="*/ 7213600 w 7416800"/>
              <a:gd name="connsiteY1" fmla="*/ 0 h 2209800"/>
              <a:gd name="connisteX2" fmla="*/ 7416800 w 7416800"/>
              <a:gd name="connsiteY2" fmla="*/ 203200 h 2209800"/>
              <a:gd name="connisteX3" fmla="*/ 7416800 w 7416800"/>
              <a:gd name="connsiteY3" fmla="*/ 2006600 h 2209800"/>
              <a:gd name="connisteX4" fmla="*/ 7213600 w 7416800"/>
              <a:gd name="connsiteY4" fmla="*/ 2209800 h 2209800"/>
              <a:gd name="connisteX5" fmla="*/ 0 w 7416800"/>
              <a:gd name="connsiteY5" fmla="*/ 2209800 h 2209800"/>
              <a:gd name="connisteX6" fmla="*/ 0 w 74168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7416800" h="2209800">
                <a:moveTo>
                  <a:pt x="0" y="0"/>
                </a:moveTo>
                <a:lnTo>
                  <a:pt x="7213600" y="0"/>
                </a:lnTo>
                <a:cubicBezTo>
                  <a:pt x="7325824" y="0"/>
                  <a:pt x="7416800" y="90976"/>
                  <a:pt x="7416800" y="203200"/>
                </a:cubicBezTo>
                <a:lnTo>
                  <a:pt x="7416800" y="2006600"/>
                </a:lnTo>
                <a:cubicBezTo>
                  <a:pt x="7416800" y="2118824"/>
                  <a:pt x="7325824" y="2209800"/>
                  <a:pt x="72136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WPS灵秀黑" charset="-122"/>
                <a:ea typeface="WPS灵秀黑" charset="-122"/>
              </a:rPr>
              <a:t> </a:t>
            </a:r>
          </a:p>
        </p:txBody>
      </p:sp>
      <p:sp>
        <p:nvSpPr>
          <p:cNvPr id="17" name="图片占位符 16"/>
          <p:cNvSpPr>
            <a:spLocks noGrp="1"/>
          </p:cNvSpPr>
          <p:nvPr>
            <p:ph type="pic" idx="16393" hasCustomPrompt="1"/>
            <p:custDataLst>
              <p:tags r:id="rId10"/>
            </p:custDataLst>
          </p:nvPr>
        </p:nvSpPr>
        <p:spPr>
          <a:xfrm>
            <a:off x="609600" y="4038600"/>
            <a:ext cx="3556000" cy="2209800"/>
          </a:xfrm>
          <a:custGeom>
            <a:avLst/>
            <a:gdLst>
              <a:gd name="connisteX0" fmla="*/ 0 w 3556000"/>
              <a:gd name="connsiteY0" fmla="*/ 203200 h 2209800"/>
              <a:gd name="connisteX1" fmla="*/ 203200 w 3556000"/>
              <a:gd name="connsiteY1" fmla="*/ 0 h 2209800"/>
              <a:gd name="connisteX2" fmla="*/ 3556000 w 3556000"/>
              <a:gd name="connsiteY2" fmla="*/ 0 h 2209800"/>
              <a:gd name="connisteX3" fmla="*/ 3556000 w 3556000"/>
              <a:gd name="connsiteY3" fmla="*/ 2209800 h 2209800"/>
              <a:gd name="connisteX4" fmla="*/ 203200 w 3556000"/>
              <a:gd name="connsiteY4" fmla="*/ 2209800 h 2209800"/>
              <a:gd name="connisteX5" fmla="*/ 0 w 3556000"/>
              <a:gd name="connsiteY5" fmla="*/ 2006600 h 2209800"/>
              <a:gd name="connisteX6" fmla="*/ 0 w 3556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3556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556000" y="0"/>
                </a:lnTo>
                <a:lnTo>
                  <a:pt x="3556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WPS灵秀黑" charset="-122"/>
                <a:ea typeface="WPS灵秀黑" charset="-122"/>
              </a:rPr>
              <a:t> </a:t>
            </a:r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4470400" y="4406900"/>
            <a:ext cx="6807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>
                <a:latin typeface="WPS灵秀黑" charset="-122"/>
                <a:ea typeface="WPS灵秀黑" charset="-122"/>
              </a:rPr>
              <a:t>单击此处添加项标题</a:t>
            </a:r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4470400" y="4965700"/>
            <a:ext cx="6807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>
                <a:latin typeface="WPS灵秀黑" charset="-122"/>
                <a:ea typeface="WPS灵秀黑" charset="-122"/>
              </a:rPr>
              <a:t>单击此处添加项正文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3_8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>
                <a:latin typeface="WPS灵秀黑" charset="-122"/>
                <a:ea typeface="WPS灵秀黑" charset="-122"/>
              </a:rPr>
              <a:t>2026/4/23</a:t>
            </a:fld>
            <a:endParaRPr lang="zh-CN" altLang="en-US">
              <a:latin typeface="WPS灵秀黑" charset="-122"/>
              <a:ea typeface="WPS灵秀黑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>
              <a:latin typeface="WPS灵秀黑" charset="-122"/>
              <a:ea typeface="WPS灵秀黑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>
                <a:latin typeface="WPS灵秀黑" charset="-122"/>
                <a:ea typeface="WPS灵秀黑" charset="-122"/>
              </a:rPr>
              <a:t>‹#›</a:t>
            </a:fld>
            <a:endParaRPr lang="zh-CN" altLang="en-US">
              <a:latin typeface="WPS灵秀黑" charset="-122"/>
              <a:ea typeface="WPS灵秀黑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4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WPS灵秀黑" charset="-122"/>
                <a:ea typeface="WPS灵秀黑" charset="-122"/>
              </a:rPr>
              <a:t>单击此处添加标题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609600" y="2133600"/>
            <a:ext cx="5334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WPS灵秀黑" charset="-122"/>
                <a:ea typeface="WPS灵秀黑" charset="-122"/>
              </a:rPr>
              <a:t>单击此处添加项标题</a:t>
            </a:r>
          </a:p>
        </p:txBody>
      </p:sp>
      <p:sp>
        <p:nvSpPr>
          <p:cNvPr id="13" name="装饰  2"/>
          <p:cNvSpPr>
            <a:spLocks noGrp="1"/>
          </p:cNvSpPr>
          <p:nvPr>
            <p:ph type="body" idx="16390" hasCustomPrompt="1"/>
            <p:custDataLst>
              <p:tags r:id="rId6"/>
            </p:custDataLst>
          </p:nvPr>
        </p:nvSpPr>
        <p:spPr>
          <a:xfrm>
            <a:off x="609600" y="2692400"/>
            <a:ext cx="5334000" cy="2946400"/>
          </a:xfrm>
          <a:custGeom>
            <a:avLst/>
            <a:gdLst>
              <a:gd name="connisteX0" fmla="*/ 0 w 5334000"/>
              <a:gd name="connsiteY0" fmla="*/ 203200 h 2946400"/>
              <a:gd name="connisteX1" fmla="*/ 203200 w 5334000"/>
              <a:gd name="connsiteY1" fmla="*/ 0 h 2946400"/>
              <a:gd name="connisteX2" fmla="*/ 5130800 w 5334000"/>
              <a:gd name="connsiteY2" fmla="*/ 0 h 2946400"/>
              <a:gd name="connisteX3" fmla="*/ 5334000 w 5334000"/>
              <a:gd name="connsiteY3" fmla="*/ 203200 h 2946400"/>
              <a:gd name="connisteX4" fmla="*/ 5334000 w 5334000"/>
              <a:gd name="connsiteY4" fmla="*/ 2743200 h 2946400"/>
              <a:gd name="connisteX5" fmla="*/ 5130800 w 5334000"/>
              <a:gd name="connsiteY5" fmla="*/ 2946400 h 2946400"/>
              <a:gd name="connisteX6" fmla="*/ 203200 w 5334000"/>
              <a:gd name="connsiteY6" fmla="*/ 2946400 h 2946400"/>
              <a:gd name="connisteX7" fmla="*/ 0 w 5334000"/>
              <a:gd name="connsiteY7" fmla="*/ 2743200 h 2946400"/>
              <a:gd name="connisteX8" fmla="*/ 0 w 5334000"/>
              <a:gd name="connsiteY8" fmla="*/ 203200 h 2946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334000" h="2946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743200"/>
                </a:lnTo>
                <a:cubicBezTo>
                  <a:pt x="5334000" y="2855424"/>
                  <a:pt x="5243024" y="2946400"/>
                  <a:pt x="5130800" y="2946400"/>
                </a:cubicBezTo>
                <a:lnTo>
                  <a:pt x="203200" y="2946400"/>
                </a:lnTo>
                <a:cubicBezTo>
                  <a:pt x="90976" y="2946400"/>
                  <a:pt x="0" y="2855424"/>
                  <a:pt x="0" y="2743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40000"/>
                </a:schemeClr>
              </a:gs>
              <a:gs pos="100000">
                <a:schemeClr val="accent1">
                  <a:lumMod val="4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WPS灵秀黑" charset="-122"/>
                <a:ea typeface="WPS灵秀黑" charset="-122"/>
              </a:rPr>
              <a:t> 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7"/>
            </p:custDataLst>
          </p:nvPr>
        </p:nvSpPr>
        <p:spPr>
          <a:xfrm>
            <a:off x="914400" y="3556000"/>
            <a:ext cx="47244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WPS灵秀黑" charset="-122"/>
                <a:ea typeface="WPS灵秀黑" charset="-122"/>
              </a:rPr>
              <a:t>单击此处添加项正文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6248400" y="2133600"/>
            <a:ext cx="5334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WPS灵秀黑" charset="-122"/>
                <a:ea typeface="WPS灵秀黑" charset="-122"/>
              </a:rPr>
              <a:t>单击此处添加项标题</a:t>
            </a:r>
          </a:p>
        </p:txBody>
      </p:sp>
      <p:sp>
        <p:nvSpPr>
          <p:cNvPr id="16" name="装饰  5"/>
          <p:cNvSpPr>
            <a:spLocks noGrp="1"/>
          </p:cNvSpPr>
          <p:nvPr>
            <p:ph type="body" idx="16391" hasCustomPrompt="1"/>
            <p:custDataLst>
              <p:tags r:id="rId9"/>
            </p:custDataLst>
          </p:nvPr>
        </p:nvSpPr>
        <p:spPr>
          <a:xfrm>
            <a:off x="6248400" y="2692400"/>
            <a:ext cx="5334000" cy="2946400"/>
          </a:xfrm>
          <a:custGeom>
            <a:avLst/>
            <a:gdLst>
              <a:gd name="connisteX0" fmla="*/ 0 w 5334000"/>
              <a:gd name="connsiteY0" fmla="*/ 203200 h 2946400"/>
              <a:gd name="connisteX1" fmla="*/ 203200 w 5334000"/>
              <a:gd name="connsiteY1" fmla="*/ 0 h 2946400"/>
              <a:gd name="connisteX2" fmla="*/ 5130800 w 5334000"/>
              <a:gd name="connsiteY2" fmla="*/ 0 h 2946400"/>
              <a:gd name="connisteX3" fmla="*/ 5334000 w 5334000"/>
              <a:gd name="connsiteY3" fmla="*/ 203200 h 2946400"/>
              <a:gd name="connisteX4" fmla="*/ 5334000 w 5334000"/>
              <a:gd name="connsiteY4" fmla="*/ 2743200 h 2946400"/>
              <a:gd name="connisteX5" fmla="*/ 5130800 w 5334000"/>
              <a:gd name="connsiteY5" fmla="*/ 2946400 h 2946400"/>
              <a:gd name="connisteX6" fmla="*/ 203200 w 5334000"/>
              <a:gd name="connsiteY6" fmla="*/ 2946400 h 2946400"/>
              <a:gd name="connisteX7" fmla="*/ 0 w 5334000"/>
              <a:gd name="connsiteY7" fmla="*/ 2743200 h 2946400"/>
              <a:gd name="connisteX8" fmla="*/ 0 w 5334000"/>
              <a:gd name="connsiteY8" fmla="*/ 203200 h 2946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334000" h="2946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743200"/>
                </a:lnTo>
                <a:cubicBezTo>
                  <a:pt x="5334000" y="2855424"/>
                  <a:pt x="5243024" y="2946400"/>
                  <a:pt x="5130800" y="2946400"/>
                </a:cubicBezTo>
                <a:lnTo>
                  <a:pt x="203200" y="2946400"/>
                </a:lnTo>
                <a:cubicBezTo>
                  <a:pt x="90976" y="2946400"/>
                  <a:pt x="0" y="2855424"/>
                  <a:pt x="0" y="2743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40000"/>
                </a:schemeClr>
              </a:gs>
              <a:gs pos="100000">
                <a:schemeClr val="accent1">
                  <a:lumMod val="4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WPS灵秀黑" charset="-122"/>
                <a:ea typeface="WPS灵秀黑" charset="-122"/>
              </a:rPr>
              <a:t> </a:t>
            </a:r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6553200" y="3556000"/>
            <a:ext cx="47244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WPS灵秀黑" charset="-122"/>
                <a:ea typeface="WPS灵秀黑" charset="-122"/>
              </a:rPr>
              <a:t>单击此处添加项正文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42_39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>
                <a:latin typeface="WPS灵秀黑" charset="-122"/>
                <a:ea typeface="WPS灵秀黑" charset="-122"/>
              </a:rPr>
              <a:t>2026/4/23</a:t>
            </a:fld>
            <a:endParaRPr lang="zh-CN" altLang="en-US">
              <a:latin typeface="WPS灵秀黑" charset="-122"/>
              <a:ea typeface="WPS灵秀黑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>
              <a:latin typeface="WPS灵秀黑" charset="-122"/>
              <a:ea typeface="WPS灵秀黑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>
                <a:latin typeface="WPS灵秀黑" charset="-122"/>
                <a:ea typeface="WPS灵秀黑" charset="-122"/>
              </a:rPr>
              <a:t>‹#›</a:t>
            </a:fld>
            <a:endParaRPr lang="zh-CN" altLang="en-US">
              <a:latin typeface="WPS灵秀黑" charset="-122"/>
              <a:ea typeface="WPS灵秀黑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4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WPS灵秀黑" charset="-122"/>
                <a:ea typeface="WPS灵秀黑" charset="-122"/>
              </a:rPr>
              <a:t>单击此处添加标题</a:t>
            </a:r>
          </a:p>
        </p:txBody>
      </p:sp>
      <p:sp>
        <p:nvSpPr>
          <p:cNvPr id="12" name="内容占位符 11"/>
          <p:cNvSpPr>
            <a:spLocks noGrp="1"/>
          </p:cNvSpPr>
          <p:nvPr>
            <p:ph idx="16388" hasCustomPrompt="1"/>
            <p:custDataLst>
              <p:tags r:id="rId5"/>
            </p:custDataLst>
          </p:nvPr>
        </p:nvSpPr>
        <p:spPr>
          <a:xfrm>
            <a:off x="609600" y="1524000"/>
            <a:ext cx="10972800" cy="2844800"/>
          </a:xfrm>
          <a:custGeom>
            <a:avLst/>
            <a:gdLst>
              <a:gd name="connisteX0" fmla="*/ 0 w 10972800"/>
              <a:gd name="connsiteY0" fmla="*/ 203200 h 2844800"/>
              <a:gd name="connisteX1" fmla="*/ 203200 w 10972800"/>
              <a:gd name="connsiteY1" fmla="*/ 0 h 2844800"/>
              <a:gd name="connisteX2" fmla="*/ 10769600 w 10972800"/>
              <a:gd name="connsiteY2" fmla="*/ 0 h 2844800"/>
              <a:gd name="connisteX3" fmla="*/ 10972800 w 10972800"/>
              <a:gd name="connsiteY3" fmla="*/ 203200 h 2844800"/>
              <a:gd name="connisteX4" fmla="*/ 10972800 w 10972800"/>
              <a:gd name="connsiteY4" fmla="*/ 2641600 h 2844800"/>
              <a:gd name="connisteX5" fmla="*/ 10769600 w 10972800"/>
              <a:gd name="connsiteY5" fmla="*/ 2844800 h 2844800"/>
              <a:gd name="connisteX6" fmla="*/ 203200 w 10972800"/>
              <a:gd name="connsiteY6" fmla="*/ 2844800 h 2844800"/>
              <a:gd name="connisteX7" fmla="*/ 0 w 10972800"/>
              <a:gd name="connsiteY7" fmla="*/ 2641600 h 2844800"/>
              <a:gd name="connisteX8" fmla="*/ 0 w 10972800"/>
              <a:gd name="connsiteY8" fmla="*/ 203200 h 2844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0972800" h="2844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641600"/>
                </a:lnTo>
                <a:cubicBezTo>
                  <a:pt x="10972800" y="2753824"/>
                  <a:pt x="10881824" y="2844800"/>
                  <a:pt x="10769600" y="2844800"/>
                </a:cubicBezTo>
                <a:lnTo>
                  <a:pt x="203200" y="2844800"/>
                </a:lnTo>
                <a:cubicBezTo>
                  <a:pt x="90976" y="2844800"/>
                  <a:pt x="0" y="2753824"/>
                  <a:pt x="0" y="2641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WPS灵秀黑" charset="-122"/>
                <a:ea typeface="WPS灵秀黑" charset="-122"/>
              </a:rPr>
              <a:t> </a:t>
            </a:r>
          </a:p>
        </p:txBody>
      </p:sp>
      <p:sp>
        <p:nvSpPr>
          <p:cNvPr id="13" name="装饰  2"/>
          <p:cNvSpPr>
            <a:spLocks noGrp="1"/>
          </p:cNvSpPr>
          <p:nvPr>
            <p:ph type="body" idx="16389" hasCustomPrompt="1"/>
            <p:custDataLst>
              <p:tags r:id="rId6"/>
            </p:custDataLst>
          </p:nvPr>
        </p:nvSpPr>
        <p:spPr>
          <a:xfrm>
            <a:off x="609600" y="4826000"/>
            <a:ext cx="50800" cy="1422400"/>
          </a:xfrm>
          <a:custGeom>
            <a:avLst/>
            <a:gdLst>
              <a:gd name="connisteX0" fmla="*/ 0 w 50800"/>
              <a:gd name="connsiteY0" fmla="*/ 25400 h 1422400"/>
              <a:gd name="connisteX1" fmla="*/ 25400 w 50800"/>
              <a:gd name="connsiteY1" fmla="*/ 0 h 1422400"/>
              <a:gd name="connisteX2" fmla="*/ 25400 w 50800"/>
              <a:gd name="connsiteY2" fmla="*/ 0 h 1422400"/>
              <a:gd name="connisteX3" fmla="*/ 50800 w 50800"/>
              <a:gd name="connsiteY3" fmla="*/ 25400 h 1422400"/>
              <a:gd name="connisteX4" fmla="*/ 50800 w 50800"/>
              <a:gd name="connsiteY4" fmla="*/ 1397000 h 1422400"/>
              <a:gd name="connisteX5" fmla="*/ 25400 w 50800"/>
              <a:gd name="connsiteY5" fmla="*/ 1422400 h 1422400"/>
              <a:gd name="connisteX6" fmla="*/ 25400 w 50800"/>
              <a:gd name="connsiteY6" fmla="*/ 1422400 h 1422400"/>
              <a:gd name="connisteX7" fmla="*/ 0 w 50800"/>
              <a:gd name="connsiteY7" fmla="*/ 1397000 h 1422400"/>
              <a:gd name="connisteX8" fmla="*/ 0 w 50800"/>
              <a:gd name="connsiteY8" fmla="*/ 25400 h 142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0800" h="14224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397000"/>
                </a:lnTo>
                <a:cubicBezTo>
                  <a:pt x="50800" y="1411028"/>
                  <a:pt x="39428" y="1422400"/>
                  <a:pt x="25400" y="1422400"/>
                </a:cubicBezTo>
                <a:lnTo>
                  <a:pt x="25400" y="1422400"/>
                </a:lnTo>
                <a:cubicBezTo>
                  <a:pt x="11372" y="1422400"/>
                  <a:pt x="0" y="1411028"/>
                  <a:pt x="0" y="13970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WPS灵秀黑" charset="-122"/>
                <a:ea typeface="WPS灵秀黑" charset="-122"/>
              </a:rPr>
              <a:t> 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762000" y="4826000"/>
            <a:ext cx="10820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WPS灵秀黑" charset="-122"/>
                <a:ea typeface="WPS灵秀黑" charset="-122"/>
              </a:rPr>
              <a:t>单击此处添加项标题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762000" y="5334000"/>
            <a:ext cx="108204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WPS灵秀黑" charset="-122"/>
                <a:ea typeface="WPS灵秀黑" charset="-122"/>
              </a:rPr>
              <a:t>单击此处添加正文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正文页-上标下内-装饰右-方向错位-并列-26_12_group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>
                <a:latin typeface="WPS灵秀黑" charset="-122"/>
                <a:ea typeface="WPS灵秀黑" charset="-122"/>
              </a:rPr>
              <a:t>2026/4/23</a:t>
            </a:fld>
            <a:endParaRPr lang="zh-CN" altLang="en-US">
              <a:latin typeface="WPS灵秀黑" charset="-122"/>
              <a:ea typeface="WPS灵秀黑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>
              <a:latin typeface="WPS灵秀黑" charset="-122"/>
              <a:ea typeface="WPS灵秀黑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>
                <a:latin typeface="WPS灵秀黑" charset="-122"/>
                <a:ea typeface="WPS灵秀黑" charset="-122"/>
              </a:rPr>
              <a:t>‹#›</a:t>
            </a:fld>
            <a:endParaRPr lang="zh-CN" altLang="en-US">
              <a:latin typeface="WPS灵秀黑" charset="-122"/>
              <a:ea typeface="WPS灵秀黑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4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WPS灵秀黑" charset="-122"/>
                <a:ea typeface="WPS灵秀黑" charset="-122"/>
              </a:rPr>
              <a:t>单击此处添加标题</a:t>
            </a:r>
          </a:p>
        </p:txBody>
      </p:sp>
      <p:sp>
        <p:nvSpPr>
          <p:cNvPr id="12" name="装饰  1"/>
          <p:cNvSpPr>
            <a:spLocks noGrp="1"/>
          </p:cNvSpPr>
          <p:nvPr>
            <p:ph type="body" idx="16390" hasCustomPrompt="1"/>
            <p:custDataLst>
              <p:tags r:id="rId5"/>
            </p:custDataLst>
          </p:nvPr>
        </p:nvSpPr>
        <p:spPr>
          <a:xfrm>
            <a:off x="609600" y="1524000"/>
            <a:ext cx="8432800" cy="2209800"/>
          </a:xfrm>
          <a:custGeom>
            <a:avLst/>
            <a:gdLst>
              <a:gd name="connisteX0" fmla="*/ 0 w 8432800"/>
              <a:gd name="connsiteY0" fmla="*/ 203200 h 2209800"/>
              <a:gd name="connisteX1" fmla="*/ 203200 w 8432800"/>
              <a:gd name="connsiteY1" fmla="*/ 0 h 2209800"/>
              <a:gd name="connisteX2" fmla="*/ 8432800 w 8432800"/>
              <a:gd name="connsiteY2" fmla="*/ 0 h 2209800"/>
              <a:gd name="connisteX3" fmla="*/ 8432800 w 8432800"/>
              <a:gd name="connsiteY3" fmla="*/ 2209800 h 2209800"/>
              <a:gd name="connisteX4" fmla="*/ 203200 w 8432800"/>
              <a:gd name="connsiteY4" fmla="*/ 2209800 h 2209800"/>
              <a:gd name="connisteX5" fmla="*/ 0 w 8432800"/>
              <a:gd name="connsiteY5" fmla="*/ 2006600 h 2209800"/>
              <a:gd name="connisteX6" fmla="*/ 0 w 84328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84328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8432800" y="0"/>
                </a:lnTo>
                <a:lnTo>
                  <a:pt x="84328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40000"/>
                </a:schemeClr>
              </a:gs>
              <a:gs pos="100000">
                <a:schemeClr val="accent1">
                  <a:lumMod val="4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WPS灵秀黑" charset="-122"/>
                <a:ea typeface="WPS灵秀黑" charset="-122"/>
              </a:rPr>
              <a:t> </a:t>
            </a:r>
          </a:p>
        </p:txBody>
      </p:sp>
      <p:sp>
        <p:nvSpPr>
          <p:cNvPr id="13" name="图片占位符 12"/>
          <p:cNvSpPr>
            <a:spLocks noGrp="1"/>
          </p:cNvSpPr>
          <p:nvPr>
            <p:ph type="pic" idx="16391" hasCustomPrompt="1"/>
            <p:custDataLst>
              <p:tags r:id="rId6"/>
            </p:custDataLst>
          </p:nvPr>
        </p:nvSpPr>
        <p:spPr>
          <a:xfrm>
            <a:off x="9042400" y="1524000"/>
            <a:ext cx="2540000" cy="2209800"/>
          </a:xfrm>
          <a:custGeom>
            <a:avLst/>
            <a:gdLst>
              <a:gd name="connisteX0" fmla="*/ 0 w 2540000"/>
              <a:gd name="connsiteY0" fmla="*/ 0 h 2209800"/>
              <a:gd name="connisteX1" fmla="*/ 2336800 w 2540000"/>
              <a:gd name="connsiteY1" fmla="*/ 0 h 2209800"/>
              <a:gd name="connisteX2" fmla="*/ 2540000 w 2540000"/>
              <a:gd name="connsiteY2" fmla="*/ 203200 h 2209800"/>
              <a:gd name="connisteX3" fmla="*/ 2540000 w 2540000"/>
              <a:gd name="connsiteY3" fmla="*/ 2006600 h 2209800"/>
              <a:gd name="connisteX4" fmla="*/ 2336800 w 2540000"/>
              <a:gd name="connsiteY4" fmla="*/ 2209800 h 2209800"/>
              <a:gd name="connisteX5" fmla="*/ 0 w 2540000"/>
              <a:gd name="connsiteY5" fmla="*/ 2209800 h 2209800"/>
              <a:gd name="connisteX6" fmla="*/ 0 w 25400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2540000" h="2209800">
                <a:moveTo>
                  <a:pt x="0" y="0"/>
                </a:moveTo>
                <a:lnTo>
                  <a:pt x="2336800" y="0"/>
                </a:lnTo>
                <a:cubicBezTo>
                  <a:pt x="2449024" y="0"/>
                  <a:pt x="2540000" y="90976"/>
                  <a:pt x="2540000" y="203200"/>
                </a:cubicBezTo>
                <a:lnTo>
                  <a:pt x="2540000" y="2006600"/>
                </a:lnTo>
                <a:cubicBezTo>
                  <a:pt x="2540000" y="2118824"/>
                  <a:pt x="2449024" y="2209800"/>
                  <a:pt x="23368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WPS灵秀黑" charset="-122"/>
                <a:ea typeface="WPS灵秀黑" charset="-122"/>
              </a:rPr>
              <a:t> 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914400" y="1892300"/>
            <a:ext cx="7823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WPS灵秀黑" charset="-122"/>
                <a:ea typeface="WPS灵秀黑" charset="-122"/>
              </a:rPr>
              <a:t>单击此处添加项标题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914400" y="2451100"/>
            <a:ext cx="7823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WPS灵秀黑" charset="-122"/>
                <a:ea typeface="WPS灵秀黑" charset="-122"/>
              </a:rPr>
              <a:t>单击此处添加项正文</a:t>
            </a:r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9"/>
            </p:custDataLst>
          </p:nvPr>
        </p:nvSpPr>
        <p:spPr>
          <a:xfrm>
            <a:off x="3149600" y="4038600"/>
            <a:ext cx="8432800" cy="2209800"/>
          </a:xfrm>
          <a:custGeom>
            <a:avLst/>
            <a:gdLst>
              <a:gd name="connisteX0" fmla="*/ 0 w 8432800"/>
              <a:gd name="connsiteY0" fmla="*/ 0 h 2209800"/>
              <a:gd name="connisteX1" fmla="*/ 8229600 w 8432800"/>
              <a:gd name="connsiteY1" fmla="*/ 0 h 2209800"/>
              <a:gd name="connisteX2" fmla="*/ 8432800 w 8432800"/>
              <a:gd name="connsiteY2" fmla="*/ 203200 h 2209800"/>
              <a:gd name="connisteX3" fmla="*/ 8432800 w 8432800"/>
              <a:gd name="connsiteY3" fmla="*/ 2006600 h 2209800"/>
              <a:gd name="connisteX4" fmla="*/ 8229600 w 8432800"/>
              <a:gd name="connsiteY4" fmla="*/ 2209800 h 2209800"/>
              <a:gd name="connisteX5" fmla="*/ 0 w 8432800"/>
              <a:gd name="connsiteY5" fmla="*/ 2209800 h 2209800"/>
              <a:gd name="connisteX6" fmla="*/ 0 w 84328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8432800" h="2209800">
                <a:moveTo>
                  <a:pt x="0" y="0"/>
                </a:moveTo>
                <a:lnTo>
                  <a:pt x="8229600" y="0"/>
                </a:lnTo>
                <a:cubicBezTo>
                  <a:pt x="8341824" y="0"/>
                  <a:pt x="8432800" y="90976"/>
                  <a:pt x="8432800" y="203200"/>
                </a:cubicBezTo>
                <a:lnTo>
                  <a:pt x="8432800" y="2006600"/>
                </a:lnTo>
                <a:cubicBezTo>
                  <a:pt x="8432800" y="2118824"/>
                  <a:pt x="8341824" y="2209800"/>
                  <a:pt x="82296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40000"/>
                </a:schemeClr>
              </a:gs>
              <a:gs pos="100000">
                <a:schemeClr val="accent1">
                  <a:lumMod val="4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WPS灵秀黑" charset="-122"/>
                <a:ea typeface="WPS灵秀黑" charset="-122"/>
              </a:rPr>
              <a:t> </a:t>
            </a:r>
          </a:p>
        </p:txBody>
      </p:sp>
      <p:sp>
        <p:nvSpPr>
          <p:cNvPr id="17" name="图片占位符 16"/>
          <p:cNvSpPr>
            <a:spLocks noGrp="1"/>
          </p:cNvSpPr>
          <p:nvPr>
            <p:ph type="pic" idx="16393" hasCustomPrompt="1"/>
            <p:custDataLst>
              <p:tags r:id="rId10"/>
            </p:custDataLst>
          </p:nvPr>
        </p:nvSpPr>
        <p:spPr>
          <a:xfrm>
            <a:off x="609600" y="4038600"/>
            <a:ext cx="2540000" cy="2209800"/>
          </a:xfrm>
          <a:custGeom>
            <a:avLst/>
            <a:gdLst>
              <a:gd name="connisteX0" fmla="*/ 0 w 2540000"/>
              <a:gd name="connsiteY0" fmla="*/ 203200 h 2209800"/>
              <a:gd name="connisteX1" fmla="*/ 203200 w 2540000"/>
              <a:gd name="connsiteY1" fmla="*/ 0 h 2209800"/>
              <a:gd name="connisteX2" fmla="*/ 2540000 w 2540000"/>
              <a:gd name="connsiteY2" fmla="*/ 0 h 2209800"/>
              <a:gd name="connisteX3" fmla="*/ 2540000 w 2540000"/>
              <a:gd name="connsiteY3" fmla="*/ 2209800 h 2209800"/>
              <a:gd name="connisteX4" fmla="*/ 203200 w 2540000"/>
              <a:gd name="connsiteY4" fmla="*/ 2209800 h 2209800"/>
              <a:gd name="connisteX5" fmla="*/ 0 w 2540000"/>
              <a:gd name="connsiteY5" fmla="*/ 2006600 h 2209800"/>
              <a:gd name="connisteX6" fmla="*/ 0 w 2540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2540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540000" y="0"/>
                </a:lnTo>
                <a:lnTo>
                  <a:pt x="2540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WPS灵秀黑" charset="-122"/>
                <a:ea typeface="WPS灵秀黑" charset="-122"/>
              </a:rPr>
              <a:t> </a:t>
            </a:r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3454400" y="4406900"/>
            <a:ext cx="7823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WPS灵秀黑" charset="-122"/>
                <a:ea typeface="WPS灵秀黑" charset="-122"/>
              </a:rPr>
              <a:t>单击此处添加项标题</a:t>
            </a:r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3454400" y="4965700"/>
            <a:ext cx="7823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WPS灵秀黑" charset="-122"/>
                <a:ea typeface="WPS灵秀黑" charset="-122"/>
              </a:rPr>
              <a:t>单击此处添加项正文</a:t>
            </a:r>
          </a:p>
        </p:txBody>
      </p:sp>
    </p:spTree>
    <p:extLst>
      <p:ext uri="{BB962C8B-B14F-4D97-AF65-F5344CB8AC3E}">
        <p14:creationId xmlns:p14="http://schemas.microsoft.com/office/powerpoint/2010/main" val="1905791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3_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>
                <a:latin typeface="WPS灵秀黑" charset="-122"/>
                <a:ea typeface="WPS灵秀黑" charset="-122"/>
              </a:rPr>
              <a:t>2026/4/23</a:t>
            </a:fld>
            <a:endParaRPr lang="zh-CN" altLang="en-US">
              <a:latin typeface="WPS灵秀黑" charset="-122"/>
              <a:ea typeface="WPS灵秀黑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>
              <a:latin typeface="WPS灵秀黑" charset="-122"/>
              <a:ea typeface="WPS灵秀黑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>
                <a:latin typeface="WPS灵秀黑" charset="-122"/>
                <a:ea typeface="WPS灵秀黑" charset="-122"/>
              </a:rPr>
              <a:t>‹#›</a:t>
            </a:fld>
            <a:endParaRPr lang="zh-CN" altLang="en-US">
              <a:latin typeface="WPS灵秀黑" charset="-122"/>
              <a:ea typeface="WPS灵秀黑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4"/>
            </p:custDataLst>
          </p:nvPr>
        </p:nvSpPr>
        <p:spPr>
          <a:xfrm>
            <a:off x="609600" y="4699000"/>
            <a:ext cx="3429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WPS灵秀黑" charset="-122"/>
                <a:ea typeface="WPS灵秀黑" charset="-122"/>
              </a:rPr>
              <a:t>单击此处添加标题</a:t>
            </a:r>
          </a:p>
        </p:txBody>
      </p:sp>
      <p:sp>
        <p:nvSpPr>
          <p:cNvPr id="12" name="内容占位符 11"/>
          <p:cNvSpPr>
            <a:spLocks noGrp="1"/>
          </p:cNvSpPr>
          <p:nvPr>
            <p:ph idx="16388" hasCustomPrompt="1"/>
            <p:custDataLst>
              <p:tags r:id="rId5"/>
            </p:custDataLst>
          </p:nvPr>
        </p:nvSpPr>
        <p:spPr>
          <a:xfrm>
            <a:off x="609600" y="609600"/>
            <a:ext cx="10972800" cy="3556000"/>
          </a:xfrm>
          <a:custGeom>
            <a:avLst/>
            <a:gdLst>
              <a:gd name="connisteX0" fmla="*/ 0 w 10972800"/>
              <a:gd name="connsiteY0" fmla="*/ 203200 h 3556000"/>
              <a:gd name="connisteX1" fmla="*/ 203200 w 10972800"/>
              <a:gd name="connsiteY1" fmla="*/ 0 h 3556000"/>
              <a:gd name="connisteX2" fmla="*/ 10769600 w 10972800"/>
              <a:gd name="connsiteY2" fmla="*/ 0 h 3556000"/>
              <a:gd name="connisteX3" fmla="*/ 10972800 w 10972800"/>
              <a:gd name="connsiteY3" fmla="*/ 203200 h 3556000"/>
              <a:gd name="connisteX4" fmla="*/ 10972800 w 10972800"/>
              <a:gd name="connsiteY4" fmla="*/ 3352800 h 3556000"/>
              <a:gd name="connisteX5" fmla="*/ 10769600 w 10972800"/>
              <a:gd name="connsiteY5" fmla="*/ 3556000 h 3556000"/>
              <a:gd name="connisteX6" fmla="*/ 203200 w 10972800"/>
              <a:gd name="connsiteY6" fmla="*/ 3556000 h 3556000"/>
              <a:gd name="connisteX7" fmla="*/ 0 w 10972800"/>
              <a:gd name="connsiteY7" fmla="*/ 3352800 h 3556000"/>
              <a:gd name="connisteX8" fmla="*/ 0 w 10972800"/>
              <a:gd name="connsiteY8" fmla="*/ 203200 h 3556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0972800" h="3556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3352800"/>
                </a:lnTo>
                <a:cubicBezTo>
                  <a:pt x="10972800" y="3465024"/>
                  <a:pt x="10881824" y="3556000"/>
                  <a:pt x="10769600" y="3556000"/>
                </a:cubicBezTo>
                <a:lnTo>
                  <a:pt x="203200" y="3556000"/>
                </a:lnTo>
                <a:cubicBezTo>
                  <a:pt x="90976" y="3556000"/>
                  <a:pt x="0" y="3465024"/>
                  <a:pt x="0" y="33528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WPS灵秀黑" charset="-122"/>
                <a:ea typeface="WPS灵秀黑" charset="-122"/>
              </a:rPr>
              <a:t> 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6"/>
            </p:custDataLst>
          </p:nvPr>
        </p:nvSpPr>
        <p:spPr>
          <a:xfrm>
            <a:off x="4648200" y="4775200"/>
            <a:ext cx="6934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WPS灵秀黑" charset="-122"/>
                <a:ea typeface="WPS灵秀黑" charset="-122"/>
              </a:rPr>
              <a:t>单击此处添加项标题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7"/>
            </p:custDataLst>
          </p:nvPr>
        </p:nvSpPr>
        <p:spPr>
          <a:xfrm>
            <a:off x="4648200" y="5334000"/>
            <a:ext cx="6934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WPS灵秀黑" charset="-122"/>
                <a:ea typeface="WPS灵秀黑" charset="-122"/>
              </a:rPr>
              <a:t>单击此处添加正文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_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>
                <a:latin typeface="WPS灵秀黑" charset="-122"/>
                <a:ea typeface="WPS灵秀黑" charset="-122"/>
              </a:rPr>
              <a:t>2026/4/23</a:t>
            </a:fld>
            <a:endParaRPr lang="zh-CN" altLang="en-US">
              <a:latin typeface="WPS灵秀黑" charset="-122"/>
              <a:ea typeface="WPS灵秀黑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>
              <a:latin typeface="WPS灵秀黑" charset="-122"/>
              <a:ea typeface="WPS灵秀黑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>
                <a:latin typeface="WPS灵秀黑" charset="-122"/>
                <a:ea typeface="WPS灵秀黑" charset="-122"/>
              </a:rPr>
              <a:t>‹#›</a:t>
            </a:fld>
            <a:endParaRPr lang="zh-CN" altLang="en-US">
              <a:latin typeface="WPS灵秀黑" charset="-122"/>
              <a:ea typeface="WPS灵秀黑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4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WPS灵秀黑" charset="-122"/>
                <a:ea typeface="WPS灵秀黑" charset="-122"/>
              </a:rPr>
              <a:t>单击此处添加标题</a:t>
            </a:r>
          </a:p>
        </p:txBody>
      </p:sp>
      <p:sp>
        <p:nvSpPr>
          <p:cNvPr id="12" name="装饰  1"/>
          <p:cNvSpPr>
            <a:spLocks noGrp="1"/>
          </p:cNvSpPr>
          <p:nvPr>
            <p:ph type="body" idx="16391" hasCustomPrompt="1"/>
            <p:custDataLst>
              <p:tags r:id="rId5"/>
            </p:custDataLst>
          </p:nvPr>
        </p:nvSpPr>
        <p:spPr>
          <a:xfrm>
            <a:off x="2438400" y="22606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WPS灵秀黑" charset="-122"/>
                <a:ea typeface="WPS灵秀黑" charset="-122"/>
              </a:rPr>
              <a:t> </a:t>
            </a:r>
          </a:p>
        </p:txBody>
      </p:sp>
      <p:sp>
        <p:nvSpPr>
          <p:cNvPr id="13" name="图片占位符 12"/>
          <p:cNvSpPr>
            <a:spLocks noGrp="1"/>
          </p:cNvSpPr>
          <p:nvPr>
            <p:ph type="pic" idx="16390" hasCustomPrompt="1"/>
            <p:custDataLst>
              <p:tags r:id="rId6"/>
            </p:custDataLst>
          </p:nvPr>
        </p:nvSpPr>
        <p:spPr>
          <a:xfrm>
            <a:off x="2794000" y="2616200"/>
            <a:ext cx="812800" cy="8128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WPS灵秀黑" charset="-122"/>
                <a:ea typeface="WPS灵秀黑" charset="-122"/>
              </a:rPr>
              <a:t> 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609600" y="4038600"/>
            <a:ext cx="518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WPS灵秀黑" charset="-122"/>
                <a:ea typeface="WPS灵秀黑" charset="-122"/>
              </a:rPr>
              <a:t>单击此处添加项标题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609600" y="4597400"/>
            <a:ext cx="51816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WPS灵秀黑" charset="-122"/>
                <a:ea typeface="WPS灵秀黑" charset="-122"/>
              </a:rPr>
              <a:t>单击此处添加项正文</a:t>
            </a:r>
          </a:p>
        </p:txBody>
      </p:sp>
      <p:sp>
        <p:nvSpPr>
          <p:cNvPr id="16" name="装饰  5"/>
          <p:cNvSpPr>
            <a:spLocks noGrp="1"/>
          </p:cNvSpPr>
          <p:nvPr>
            <p:ph type="body" idx="16393" hasCustomPrompt="1"/>
            <p:custDataLst>
              <p:tags r:id="rId9"/>
            </p:custDataLst>
          </p:nvPr>
        </p:nvSpPr>
        <p:spPr>
          <a:xfrm>
            <a:off x="8229600" y="22606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WPS灵秀黑" charset="-122"/>
                <a:ea typeface="WPS灵秀黑" charset="-122"/>
              </a:rPr>
              <a:t> </a:t>
            </a:r>
          </a:p>
        </p:txBody>
      </p:sp>
      <p:sp>
        <p:nvSpPr>
          <p:cNvPr id="17" name="图片占位符 16"/>
          <p:cNvSpPr>
            <a:spLocks noGrp="1"/>
          </p:cNvSpPr>
          <p:nvPr>
            <p:ph type="pic" idx="16392" hasCustomPrompt="1"/>
            <p:custDataLst>
              <p:tags r:id="rId10"/>
            </p:custDataLst>
          </p:nvPr>
        </p:nvSpPr>
        <p:spPr>
          <a:xfrm>
            <a:off x="8585200" y="2616200"/>
            <a:ext cx="812800" cy="8128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WPS灵秀黑" charset="-122"/>
                <a:ea typeface="WPS灵秀黑" charset="-122"/>
              </a:rPr>
              <a:t> </a:t>
            </a:r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6400800" y="4038600"/>
            <a:ext cx="518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WPS灵秀黑" charset="-122"/>
                <a:ea typeface="WPS灵秀黑" charset="-122"/>
              </a:rPr>
              <a:t>单击此处添加项标题</a:t>
            </a:r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6400800" y="4597400"/>
            <a:ext cx="51816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WPS灵秀黑" charset="-122"/>
                <a:ea typeface="WPS灵秀黑" charset="-122"/>
              </a:rPr>
              <a:t>单击此处添加项正文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3.xml"/><Relationship Id="rId21" Type="http://schemas.openxmlformats.org/officeDocument/2006/relationships/tags" Target="../tags/tag9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20" Type="http://schemas.openxmlformats.org/officeDocument/2006/relationships/tags" Target="../tags/tag8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7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Relationship Id="rId22" Type="http://schemas.openxmlformats.org/officeDocument/2006/relationships/tags" Target="../tags/tag10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ags" Target="../tags/tag103.xml"/><Relationship Id="rId3" Type="http://schemas.openxmlformats.org/officeDocument/2006/relationships/tags" Target="../tags/tag98.xml"/><Relationship Id="rId7" Type="http://schemas.openxmlformats.org/officeDocument/2006/relationships/tags" Target="../tags/tag102.xml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6" Type="http://schemas.openxmlformats.org/officeDocument/2006/relationships/tags" Target="../tags/tag101.xml"/><Relationship Id="rId5" Type="http://schemas.openxmlformats.org/officeDocument/2006/relationships/tags" Target="../tags/tag100.xml"/><Relationship Id="rId10" Type="http://schemas.openxmlformats.org/officeDocument/2006/relationships/tags" Target="../tags/tag105.xml"/><Relationship Id="rId4" Type="http://schemas.openxmlformats.org/officeDocument/2006/relationships/tags" Target="../tags/tag99.xml"/><Relationship Id="rId9" Type="http://schemas.openxmlformats.org/officeDocument/2006/relationships/tags" Target="../tags/tag10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ags" Target="../tags/tag134.xml"/><Relationship Id="rId3" Type="http://schemas.openxmlformats.org/officeDocument/2006/relationships/tags" Target="../tags/tag129.xml"/><Relationship Id="rId7" Type="http://schemas.openxmlformats.org/officeDocument/2006/relationships/tags" Target="../tags/tag133.xml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4.xml"/><Relationship Id="rId6" Type="http://schemas.openxmlformats.org/officeDocument/2006/relationships/tags" Target="../tags/tag132.xml"/><Relationship Id="rId5" Type="http://schemas.openxmlformats.org/officeDocument/2006/relationships/tags" Target="../tags/tag131.xml"/><Relationship Id="rId10" Type="http://schemas.openxmlformats.org/officeDocument/2006/relationships/tags" Target="../tags/tag136.xml"/><Relationship Id="rId4" Type="http://schemas.openxmlformats.org/officeDocument/2006/relationships/tags" Target="../tags/tag130.xml"/><Relationship Id="rId9" Type="http://schemas.openxmlformats.org/officeDocument/2006/relationships/tags" Target="../tags/tag1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ags" Target="../tags/tag153.xml"/><Relationship Id="rId3" Type="http://schemas.openxmlformats.org/officeDocument/2006/relationships/tags" Target="../tags/tag148.xml"/><Relationship Id="rId7" Type="http://schemas.openxmlformats.org/officeDocument/2006/relationships/tags" Target="../tags/tag152.xml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5.xml"/><Relationship Id="rId6" Type="http://schemas.openxmlformats.org/officeDocument/2006/relationships/tags" Target="../tags/tag151.xml"/><Relationship Id="rId5" Type="http://schemas.openxmlformats.org/officeDocument/2006/relationships/tags" Target="../tags/tag150.xml"/><Relationship Id="rId10" Type="http://schemas.openxmlformats.org/officeDocument/2006/relationships/tags" Target="../tags/tag155.xml"/><Relationship Id="rId4" Type="http://schemas.openxmlformats.org/officeDocument/2006/relationships/tags" Target="../tags/tag149.xml"/><Relationship Id="rId9" Type="http://schemas.openxmlformats.org/officeDocument/2006/relationships/tags" Target="../tags/tag15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tags" Target="../tags/tag173.xml"/><Relationship Id="rId3" Type="http://schemas.openxmlformats.org/officeDocument/2006/relationships/tags" Target="../tags/tag168.xml"/><Relationship Id="rId7" Type="http://schemas.openxmlformats.org/officeDocument/2006/relationships/tags" Target="../tags/tag172.xml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6.xml"/><Relationship Id="rId6" Type="http://schemas.openxmlformats.org/officeDocument/2006/relationships/tags" Target="../tags/tag171.xml"/><Relationship Id="rId5" Type="http://schemas.openxmlformats.org/officeDocument/2006/relationships/tags" Target="../tags/tag170.xml"/><Relationship Id="rId10" Type="http://schemas.openxmlformats.org/officeDocument/2006/relationships/tags" Target="../tags/tag175.xml"/><Relationship Id="rId4" Type="http://schemas.openxmlformats.org/officeDocument/2006/relationships/tags" Target="../tags/tag169.xml"/><Relationship Id="rId9" Type="http://schemas.openxmlformats.org/officeDocument/2006/relationships/tags" Target="../tags/tag174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tags" Target="../tags/tag190.xml"/><Relationship Id="rId3" Type="http://schemas.openxmlformats.org/officeDocument/2006/relationships/theme" Target="../theme/theme6.xml"/><Relationship Id="rId7" Type="http://schemas.openxmlformats.org/officeDocument/2006/relationships/tags" Target="../tags/tag18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tags" Target="../tags/tag188.xml"/><Relationship Id="rId11" Type="http://schemas.openxmlformats.org/officeDocument/2006/relationships/tags" Target="../tags/tag193.xml"/><Relationship Id="rId5" Type="http://schemas.openxmlformats.org/officeDocument/2006/relationships/tags" Target="../tags/tag187.xml"/><Relationship Id="rId10" Type="http://schemas.openxmlformats.org/officeDocument/2006/relationships/tags" Target="../tags/tag192.xml"/><Relationship Id="rId4" Type="http://schemas.openxmlformats.org/officeDocument/2006/relationships/tags" Target="../tags/tag186.xml"/><Relationship Id="rId9" Type="http://schemas.openxmlformats.org/officeDocument/2006/relationships/tags" Target="../tags/tag191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tags" Target="../tags/tag219.xml"/><Relationship Id="rId3" Type="http://schemas.openxmlformats.org/officeDocument/2006/relationships/tags" Target="../tags/tag214.xml"/><Relationship Id="rId7" Type="http://schemas.openxmlformats.org/officeDocument/2006/relationships/tags" Target="../tags/tag218.xml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9.xml"/><Relationship Id="rId6" Type="http://schemas.openxmlformats.org/officeDocument/2006/relationships/tags" Target="../tags/tag217.xml"/><Relationship Id="rId5" Type="http://schemas.openxmlformats.org/officeDocument/2006/relationships/tags" Target="../tags/tag216.xml"/><Relationship Id="rId10" Type="http://schemas.openxmlformats.org/officeDocument/2006/relationships/tags" Target="../tags/tag221.xml"/><Relationship Id="rId4" Type="http://schemas.openxmlformats.org/officeDocument/2006/relationships/tags" Target="../tags/tag215.xml"/><Relationship Id="rId9" Type="http://schemas.openxmlformats.org/officeDocument/2006/relationships/tags" Target="../tags/tag220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tags" Target="../tags/tag234.xml"/><Relationship Id="rId3" Type="http://schemas.openxmlformats.org/officeDocument/2006/relationships/tags" Target="../tags/tag229.xml"/><Relationship Id="rId7" Type="http://schemas.openxmlformats.org/officeDocument/2006/relationships/tags" Target="../tags/tag233.xml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20.xml"/><Relationship Id="rId6" Type="http://schemas.openxmlformats.org/officeDocument/2006/relationships/tags" Target="../tags/tag232.xml"/><Relationship Id="rId5" Type="http://schemas.openxmlformats.org/officeDocument/2006/relationships/tags" Target="../tags/tag231.xml"/><Relationship Id="rId10" Type="http://schemas.openxmlformats.org/officeDocument/2006/relationships/tags" Target="../tags/tag236.xml"/><Relationship Id="rId4" Type="http://schemas.openxmlformats.org/officeDocument/2006/relationships/tags" Target="../tags/tag230.xml"/><Relationship Id="rId9" Type="http://schemas.openxmlformats.org/officeDocument/2006/relationships/tags" Target="../tags/tag2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>
            <p:custDataLst>
              <p:tags r:id="rId15"/>
            </p:custDataLst>
          </p:nvPr>
        </p:nvSpPr>
        <p:spPr>
          <a:xfrm rot="5400000">
            <a:off x="2616201" y="-2413635"/>
            <a:ext cx="6654800" cy="11887202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75000"/>
                  <a:lumOff val="25000"/>
                  <a:alpha val="32000"/>
                </a:schemeClr>
              </a:gs>
              <a:gs pos="15000">
                <a:schemeClr val="accent2">
                  <a:alpha val="25000"/>
                </a:schemeClr>
              </a:gs>
              <a:gs pos="44000">
                <a:schemeClr val="bg2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 userDrawn="1">
            <p:custDataLst>
              <p:tags r:id="rId16"/>
            </p:custDataLst>
          </p:nvPr>
        </p:nvSpPr>
        <p:spPr>
          <a:xfrm rot="5400000">
            <a:off x="2616201" y="-2413000"/>
            <a:ext cx="6654800" cy="11887202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75000"/>
                  <a:lumOff val="25000"/>
                  <a:alpha val="32000"/>
                </a:schemeClr>
              </a:gs>
              <a:gs pos="29000">
                <a:schemeClr val="accent6">
                  <a:alpha val="0"/>
                </a:schemeClr>
              </a:gs>
            </a:gsLst>
            <a:lin ang="12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7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>
                <a:latin typeface="WPS灵秀黑" charset="-122"/>
                <a:ea typeface="WPS灵秀黑" charset="-122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8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pPr lvl="0"/>
            <a:r>
              <a:rPr lang="zh-CN" altLang="en-US" dirty="0">
                <a:latin typeface="WPS灵秀黑" charset="-122"/>
                <a:ea typeface="WPS灵秀黑" charset="-122"/>
              </a:rPr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9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defRPr>
            </a:lvl1pPr>
          </a:lstStyle>
          <a:p>
            <a:fld id="{5592522B-0F24-4480-B9DD-A9474A6880D6}" type="datetimeFigureOut">
              <a:rPr lang="zh-CN" altLang="en-US" smtClean="0">
                <a:latin typeface="WPS灵秀黑" charset="-122"/>
                <a:ea typeface="WPS灵秀黑" charset="-122"/>
              </a:rPr>
              <a:t>2026/4/23</a:t>
            </a:fld>
            <a:endParaRPr lang="zh-CN" altLang="en-US">
              <a:latin typeface="WPS灵秀黑" charset="-122"/>
              <a:ea typeface="WPS灵秀黑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0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1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defRPr>
            </a:lvl1pPr>
          </a:lstStyle>
          <a:p>
            <a:fld id="{BE5F26B5-172A-4DC2-B0B7-181CFC56B87C}" type="slidenum">
              <a:rPr lang="zh-CN" altLang="en-US" smtClean="0">
                <a:latin typeface="WPS灵秀黑" charset="-122"/>
                <a:ea typeface="WPS灵秀黑" charset="-122"/>
              </a:rPr>
              <a:t>‹#›</a:t>
            </a:fld>
            <a:endParaRPr lang="zh-CN" altLang="en-US">
              <a:latin typeface="WPS灵秀黑" charset="-122"/>
              <a:ea typeface="WPS灵秀黑" charset="-122"/>
            </a:endParaRPr>
          </a:p>
        </p:txBody>
      </p:sp>
      <p:sp>
        <p:nvSpPr>
          <p:cNvPr id="9" name="KSO_TEMPLATE" hidden="1"/>
          <p:cNvSpPr/>
          <p:nvPr userDrawn="1">
            <p:custDataLst>
              <p:tags r:id="rId22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4"/>
    </p:custData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0" kern="1200">
          <a:solidFill>
            <a:schemeClr val="tx1"/>
          </a:solidFill>
          <a:latin typeface="+mj-ea"/>
          <a:ea typeface="+mj-ea"/>
          <a:cs typeface="MiSans Demibold" panose="00000700000000000000" charset="-122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1800" b="0" kern="1200">
          <a:solidFill>
            <a:schemeClr val="tx1"/>
          </a:solidFill>
          <a:latin typeface="+mn-ea"/>
          <a:ea typeface="+mn-ea"/>
          <a:cs typeface="MiSans Demibold" panose="00000700000000000000" charset="-122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b="0" kern="1200">
          <a:solidFill>
            <a:schemeClr val="tx1"/>
          </a:solidFill>
          <a:latin typeface="+mn-ea"/>
          <a:ea typeface="+mn-ea"/>
          <a:cs typeface="MiSans Demibold" panose="00000700000000000000" charset="-122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ea"/>
          <a:ea typeface="+mn-ea"/>
          <a:cs typeface="MiSans Demibold" panose="00000700000000000000" charset="-122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ea"/>
          <a:ea typeface="+mn-ea"/>
          <a:cs typeface="MiSans Demibold" panose="00000700000000000000" charset="-122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ea"/>
          <a:ea typeface="+mn-ea"/>
          <a:cs typeface="MiSans Demibold" panose="000007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>
            <p:custDataLst>
              <p:tags r:id="rId3"/>
            </p:custDataLst>
          </p:nvPr>
        </p:nvSpPr>
        <p:spPr>
          <a:xfrm rot="5400000">
            <a:off x="2616201" y="-2413635"/>
            <a:ext cx="6654800" cy="11887202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75000"/>
                  <a:lumOff val="25000"/>
                  <a:alpha val="32000"/>
                </a:schemeClr>
              </a:gs>
              <a:gs pos="15000">
                <a:schemeClr val="accent2">
                  <a:alpha val="25000"/>
                </a:schemeClr>
              </a:gs>
              <a:gs pos="44000">
                <a:schemeClr val="bg2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 userDrawn="1">
            <p:custDataLst>
              <p:tags r:id="rId4"/>
            </p:custDataLst>
          </p:nvPr>
        </p:nvSpPr>
        <p:spPr>
          <a:xfrm rot="5400000">
            <a:off x="2616201" y="-2413000"/>
            <a:ext cx="6654800" cy="11887202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75000"/>
                  <a:lumOff val="25000"/>
                  <a:alpha val="32000"/>
                </a:schemeClr>
              </a:gs>
              <a:gs pos="29000">
                <a:schemeClr val="accent6">
                  <a:alpha val="0"/>
                </a:schemeClr>
              </a:gs>
            </a:gsLst>
            <a:lin ang="12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>
                <a:latin typeface="WPS灵秀黑" charset="-122"/>
                <a:ea typeface="WPS灵秀黑" charset="-122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6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pPr lvl="0"/>
            <a:r>
              <a:rPr lang="zh-CN" altLang="en-US" dirty="0">
                <a:latin typeface="WPS灵秀黑" charset="-122"/>
                <a:ea typeface="WPS灵秀黑" charset="-122"/>
              </a:rPr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7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defRPr>
            </a:lvl1pPr>
          </a:lstStyle>
          <a:p>
            <a:fld id="{5592522B-0F24-4480-B9DD-A9474A6880D6}" type="datetimeFigureOut">
              <a:rPr lang="zh-CN" altLang="en-US" smtClean="0">
                <a:latin typeface="WPS灵秀黑" charset="-122"/>
                <a:ea typeface="WPS灵秀黑" charset="-122"/>
              </a:rPr>
              <a:t>2026/4/23</a:t>
            </a:fld>
            <a:endParaRPr lang="zh-CN" altLang="en-US">
              <a:latin typeface="WPS灵秀黑" charset="-122"/>
              <a:ea typeface="WPS灵秀黑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8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9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defRPr>
            </a:lvl1pPr>
          </a:lstStyle>
          <a:p>
            <a:fld id="{BE5F26B5-172A-4DC2-B0B7-181CFC56B87C}" type="slidenum">
              <a:rPr lang="zh-CN" altLang="en-US" smtClean="0">
                <a:latin typeface="WPS灵秀黑" charset="-122"/>
                <a:ea typeface="WPS灵秀黑" charset="-122"/>
              </a:rPr>
              <a:t>‹#›</a:t>
            </a:fld>
            <a:endParaRPr lang="zh-CN" altLang="en-US">
              <a:latin typeface="WPS灵秀黑" charset="-122"/>
              <a:ea typeface="WPS灵秀黑" charset="-122"/>
            </a:endParaRPr>
          </a:p>
        </p:txBody>
      </p:sp>
      <p:sp>
        <p:nvSpPr>
          <p:cNvPr id="9" name="KSO_TEMPLATE" hidden="1"/>
          <p:cNvSpPr/>
          <p:nvPr userDrawn="1">
            <p:custDataLst>
              <p:tags r:id="rId1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0" kern="1200">
          <a:solidFill>
            <a:schemeClr val="tx1"/>
          </a:solidFill>
          <a:latin typeface="+mj-ea"/>
          <a:ea typeface="+mj-ea"/>
          <a:cs typeface="MiSans Demibold" panose="00000700000000000000" charset="-122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1800" b="0" kern="1200">
          <a:solidFill>
            <a:schemeClr val="tx1"/>
          </a:solidFill>
          <a:latin typeface="+mn-ea"/>
          <a:ea typeface="+mn-ea"/>
          <a:cs typeface="MiSans Demibold" panose="00000700000000000000" charset="-122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b="0" kern="1200">
          <a:solidFill>
            <a:schemeClr val="tx1"/>
          </a:solidFill>
          <a:latin typeface="+mn-ea"/>
          <a:ea typeface="+mn-ea"/>
          <a:cs typeface="MiSans Demibold" panose="00000700000000000000" charset="-122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ea"/>
          <a:ea typeface="+mn-ea"/>
          <a:cs typeface="MiSans Demibold" panose="00000700000000000000" charset="-122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ea"/>
          <a:ea typeface="+mn-ea"/>
          <a:cs typeface="MiSans Demibold" panose="00000700000000000000" charset="-122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ea"/>
          <a:ea typeface="+mn-ea"/>
          <a:cs typeface="MiSans Demibold" panose="000007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>
            <p:custDataLst>
              <p:tags r:id="rId3"/>
            </p:custDataLst>
          </p:nvPr>
        </p:nvSpPr>
        <p:spPr>
          <a:xfrm rot="5400000">
            <a:off x="2616201" y="-2413635"/>
            <a:ext cx="6654800" cy="11887202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75000"/>
                  <a:lumOff val="25000"/>
                  <a:alpha val="32000"/>
                </a:schemeClr>
              </a:gs>
              <a:gs pos="15000">
                <a:schemeClr val="accent2">
                  <a:alpha val="25000"/>
                </a:schemeClr>
              </a:gs>
              <a:gs pos="44000">
                <a:schemeClr val="bg2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 userDrawn="1">
            <p:custDataLst>
              <p:tags r:id="rId4"/>
            </p:custDataLst>
          </p:nvPr>
        </p:nvSpPr>
        <p:spPr>
          <a:xfrm rot="5400000">
            <a:off x="2616201" y="-2413000"/>
            <a:ext cx="6654800" cy="11887202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75000"/>
                  <a:lumOff val="25000"/>
                  <a:alpha val="32000"/>
                </a:schemeClr>
              </a:gs>
              <a:gs pos="29000">
                <a:schemeClr val="accent6">
                  <a:alpha val="0"/>
                </a:schemeClr>
              </a:gs>
            </a:gsLst>
            <a:lin ang="12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>
                <a:latin typeface="WPS灵秀黑" charset="-122"/>
                <a:ea typeface="WPS灵秀黑" charset="-122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6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pPr lvl="0"/>
            <a:r>
              <a:rPr lang="zh-CN" altLang="en-US" dirty="0">
                <a:latin typeface="WPS灵秀黑" charset="-122"/>
                <a:ea typeface="WPS灵秀黑" charset="-122"/>
              </a:rPr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7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defRPr>
            </a:lvl1pPr>
          </a:lstStyle>
          <a:p>
            <a:fld id="{5592522B-0F24-4480-B9DD-A9474A6880D6}" type="datetimeFigureOut">
              <a:rPr lang="zh-CN" altLang="en-US" smtClean="0">
                <a:latin typeface="WPS灵秀黑" charset="-122"/>
                <a:ea typeface="WPS灵秀黑" charset="-122"/>
              </a:rPr>
              <a:t>2026/4/23</a:t>
            </a:fld>
            <a:endParaRPr lang="zh-CN" altLang="en-US">
              <a:latin typeface="WPS灵秀黑" charset="-122"/>
              <a:ea typeface="WPS灵秀黑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8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9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defRPr>
            </a:lvl1pPr>
          </a:lstStyle>
          <a:p>
            <a:fld id="{BE5F26B5-172A-4DC2-B0B7-181CFC56B87C}" type="slidenum">
              <a:rPr lang="zh-CN" altLang="en-US" smtClean="0">
                <a:latin typeface="WPS灵秀黑" charset="-122"/>
                <a:ea typeface="WPS灵秀黑" charset="-122"/>
              </a:rPr>
              <a:t>‹#›</a:t>
            </a:fld>
            <a:endParaRPr lang="zh-CN" altLang="en-US">
              <a:latin typeface="WPS灵秀黑" charset="-122"/>
              <a:ea typeface="WPS灵秀黑" charset="-122"/>
            </a:endParaRPr>
          </a:p>
        </p:txBody>
      </p:sp>
      <p:sp>
        <p:nvSpPr>
          <p:cNvPr id="9" name="KSO_TEMPLATE" hidden="1"/>
          <p:cNvSpPr/>
          <p:nvPr userDrawn="1">
            <p:custDataLst>
              <p:tags r:id="rId1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4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0" kern="1200">
          <a:solidFill>
            <a:schemeClr val="tx1"/>
          </a:solidFill>
          <a:latin typeface="+mj-ea"/>
          <a:ea typeface="+mj-ea"/>
          <a:cs typeface="MiSans Demibold" panose="00000700000000000000" charset="-122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1800" b="0" kern="1200">
          <a:solidFill>
            <a:schemeClr val="tx1"/>
          </a:solidFill>
          <a:latin typeface="+mn-ea"/>
          <a:ea typeface="+mn-ea"/>
          <a:cs typeface="MiSans Demibold" panose="00000700000000000000" charset="-122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b="0" kern="1200">
          <a:solidFill>
            <a:schemeClr val="tx1"/>
          </a:solidFill>
          <a:latin typeface="+mn-ea"/>
          <a:ea typeface="+mn-ea"/>
          <a:cs typeface="MiSans Demibold" panose="00000700000000000000" charset="-122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ea"/>
          <a:ea typeface="+mn-ea"/>
          <a:cs typeface="MiSans Demibold" panose="00000700000000000000" charset="-122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ea"/>
          <a:ea typeface="+mn-ea"/>
          <a:cs typeface="MiSans Demibold" panose="00000700000000000000" charset="-122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ea"/>
          <a:ea typeface="+mn-ea"/>
          <a:cs typeface="MiSans Demibold" panose="000007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>
            <p:custDataLst>
              <p:tags r:id="rId3"/>
            </p:custDataLst>
          </p:nvPr>
        </p:nvSpPr>
        <p:spPr>
          <a:xfrm rot="5400000">
            <a:off x="2616201" y="-2413635"/>
            <a:ext cx="6654800" cy="11887202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75000"/>
                  <a:lumOff val="25000"/>
                  <a:alpha val="32000"/>
                </a:schemeClr>
              </a:gs>
              <a:gs pos="15000">
                <a:schemeClr val="accent2">
                  <a:alpha val="25000"/>
                </a:schemeClr>
              </a:gs>
              <a:gs pos="44000">
                <a:schemeClr val="bg2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 userDrawn="1">
            <p:custDataLst>
              <p:tags r:id="rId4"/>
            </p:custDataLst>
          </p:nvPr>
        </p:nvSpPr>
        <p:spPr>
          <a:xfrm rot="5400000">
            <a:off x="2616201" y="-2413000"/>
            <a:ext cx="6654800" cy="11887202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75000"/>
                  <a:lumOff val="25000"/>
                  <a:alpha val="32000"/>
                </a:schemeClr>
              </a:gs>
              <a:gs pos="29000">
                <a:schemeClr val="accent6">
                  <a:alpha val="0"/>
                </a:schemeClr>
              </a:gs>
            </a:gsLst>
            <a:lin ang="12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>
                <a:latin typeface="WPS灵秀黑" charset="-122"/>
                <a:ea typeface="WPS灵秀黑" charset="-122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6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pPr lvl="0"/>
            <a:r>
              <a:rPr lang="zh-CN" altLang="en-US" dirty="0">
                <a:latin typeface="WPS灵秀黑" charset="-122"/>
                <a:ea typeface="WPS灵秀黑" charset="-122"/>
              </a:rPr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7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defRPr>
            </a:lvl1pPr>
          </a:lstStyle>
          <a:p>
            <a:fld id="{5592522B-0F24-4480-B9DD-A9474A6880D6}" type="datetimeFigureOut">
              <a:rPr lang="zh-CN" altLang="en-US" smtClean="0">
                <a:latin typeface="WPS灵秀黑" charset="-122"/>
                <a:ea typeface="WPS灵秀黑" charset="-122"/>
              </a:rPr>
              <a:t>2026/4/23</a:t>
            </a:fld>
            <a:endParaRPr lang="zh-CN" altLang="en-US">
              <a:latin typeface="WPS灵秀黑" charset="-122"/>
              <a:ea typeface="WPS灵秀黑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8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9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defRPr>
            </a:lvl1pPr>
          </a:lstStyle>
          <a:p>
            <a:fld id="{BE5F26B5-172A-4DC2-B0B7-181CFC56B87C}" type="slidenum">
              <a:rPr lang="zh-CN" altLang="en-US" smtClean="0">
                <a:latin typeface="WPS灵秀黑" charset="-122"/>
                <a:ea typeface="WPS灵秀黑" charset="-122"/>
              </a:rPr>
              <a:t>‹#›</a:t>
            </a:fld>
            <a:endParaRPr lang="zh-CN" altLang="en-US">
              <a:latin typeface="WPS灵秀黑" charset="-122"/>
              <a:ea typeface="WPS灵秀黑" charset="-122"/>
            </a:endParaRPr>
          </a:p>
        </p:txBody>
      </p:sp>
      <p:sp>
        <p:nvSpPr>
          <p:cNvPr id="9" name="KSO_TEMPLATE" hidden="1"/>
          <p:cNvSpPr/>
          <p:nvPr userDrawn="1">
            <p:custDataLst>
              <p:tags r:id="rId1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6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0" kern="1200">
          <a:solidFill>
            <a:schemeClr val="tx1"/>
          </a:solidFill>
          <a:latin typeface="+mj-ea"/>
          <a:ea typeface="+mj-ea"/>
          <a:cs typeface="MiSans Demibold" panose="00000700000000000000" charset="-122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1800" b="0" kern="1200">
          <a:solidFill>
            <a:schemeClr val="tx1"/>
          </a:solidFill>
          <a:latin typeface="+mn-ea"/>
          <a:ea typeface="+mn-ea"/>
          <a:cs typeface="MiSans Demibold" panose="00000700000000000000" charset="-122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b="0" kern="1200">
          <a:solidFill>
            <a:schemeClr val="tx1"/>
          </a:solidFill>
          <a:latin typeface="+mn-ea"/>
          <a:ea typeface="+mn-ea"/>
          <a:cs typeface="MiSans Demibold" panose="00000700000000000000" charset="-122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ea"/>
          <a:ea typeface="+mn-ea"/>
          <a:cs typeface="MiSans Demibold" panose="00000700000000000000" charset="-122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ea"/>
          <a:ea typeface="+mn-ea"/>
          <a:cs typeface="MiSans Demibold" panose="00000700000000000000" charset="-122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ea"/>
          <a:ea typeface="+mn-ea"/>
          <a:cs typeface="MiSans Demibold" panose="000007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>
            <p:custDataLst>
              <p:tags r:id="rId3"/>
            </p:custDataLst>
          </p:nvPr>
        </p:nvSpPr>
        <p:spPr>
          <a:xfrm rot="5400000">
            <a:off x="2616201" y="-2413635"/>
            <a:ext cx="6654800" cy="11887202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75000"/>
                  <a:lumOff val="25000"/>
                  <a:alpha val="32000"/>
                </a:schemeClr>
              </a:gs>
              <a:gs pos="15000">
                <a:schemeClr val="accent2">
                  <a:alpha val="25000"/>
                </a:schemeClr>
              </a:gs>
              <a:gs pos="44000">
                <a:schemeClr val="bg2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 userDrawn="1">
            <p:custDataLst>
              <p:tags r:id="rId4"/>
            </p:custDataLst>
          </p:nvPr>
        </p:nvSpPr>
        <p:spPr>
          <a:xfrm rot="5400000">
            <a:off x="2616201" y="-2413000"/>
            <a:ext cx="6654800" cy="11887202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75000"/>
                  <a:lumOff val="25000"/>
                  <a:alpha val="32000"/>
                </a:schemeClr>
              </a:gs>
              <a:gs pos="29000">
                <a:schemeClr val="accent6">
                  <a:alpha val="0"/>
                </a:schemeClr>
              </a:gs>
            </a:gsLst>
            <a:lin ang="12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>
                <a:latin typeface="WPS灵秀黑" charset="-122"/>
                <a:ea typeface="WPS灵秀黑" charset="-122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6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pPr lvl="0"/>
            <a:r>
              <a:rPr lang="zh-CN" altLang="en-US" dirty="0">
                <a:latin typeface="WPS灵秀黑" charset="-122"/>
                <a:ea typeface="WPS灵秀黑" charset="-122"/>
              </a:rPr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7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defRPr>
            </a:lvl1pPr>
          </a:lstStyle>
          <a:p>
            <a:fld id="{5592522B-0F24-4480-B9DD-A9474A6880D6}" type="datetimeFigureOut">
              <a:rPr lang="zh-CN" altLang="en-US" smtClean="0">
                <a:latin typeface="WPS灵秀黑" charset="-122"/>
                <a:ea typeface="WPS灵秀黑" charset="-122"/>
              </a:rPr>
              <a:t>2026/4/23</a:t>
            </a:fld>
            <a:endParaRPr lang="zh-CN" altLang="en-US">
              <a:latin typeface="WPS灵秀黑" charset="-122"/>
              <a:ea typeface="WPS灵秀黑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8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9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defRPr>
            </a:lvl1pPr>
          </a:lstStyle>
          <a:p>
            <a:fld id="{BE5F26B5-172A-4DC2-B0B7-181CFC56B87C}" type="slidenum">
              <a:rPr lang="zh-CN" altLang="en-US" smtClean="0">
                <a:latin typeface="WPS灵秀黑" charset="-122"/>
                <a:ea typeface="WPS灵秀黑" charset="-122"/>
              </a:rPr>
              <a:t>‹#›</a:t>
            </a:fld>
            <a:endParaRPr lang="zh-CN" altLang="en-US">
              <a:latin typeface="WPS灵秀黑" charset="-122"/>
              <a:ea typeface="WPS灵秀黑" charset="-122"/>
            </a:endParaRPr>
          </a:p>
        </p:txBody>
      </p:sp>
      <p:sp>
        <p:nvSpPr>
          <p:cNvPr id="9" name="KSO_TEMPLATE" hidden="1"/>
          <p:cNvSpPr/>
          <p:nvPr userDrawn="1">
            <p:custDataLst>
              <p:tags r:id="rId1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0" kern="1200">
          <a:solidFill>
            <a:schemeClr val="tx1"/>
          </a:solidFill>
          <a:latin typeface="+mj-ea"/>
          <a:ea typeface="+mj-ea"/>
          <a:cs typeface="MiSans Demibold" panose="00000700000000000000" charset="-122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1800" b="0" kern="1200">
          <a:solidFill>
            <a:schemeClr val="tx1"/>
          </a:solidFill>
          <a:latin typeface="+mn-ea"/>
          <a:ea typeface="+mn-ea"/>
          <a:cs typeface="MiSans Demibold" panose="00000700000000000000" charset="-122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b="0" kern="1200">
          <a:solidFill>
            <a:schemeClr val="tx1"/>
          </a:solidFill>
          <a:latin typeface="+mn-ea"/>
          <a:ea typeface="+mn-ea"/>
          <a:cs typeface="MiSans Demibold" panose="00000700000000000000" charset="-122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ea"/>
          <a:ea typeface="+mn-ea"/>
          <a:cs typeface="MiSans Demibold" panose="00000700000000000000" charset="-122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ea"/>
          <a:ea typeface="+mn-ea"/>
          <a:cs typeface="MiSans Demibold" panose="00000700000000000000" charset="-122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ea"/>
          <a:ea typeface="+mn-ea"/>
          <a:cs typeface="MiSans Demibold" panose="000007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>
            <p:custDataLst>
              <p:tags r:id="rId4"/>
            </p:custDataLst>
          </p:nvPr>
        </p:nvSpPr>
        <p:spPr>
          <a:xfrm rot="5400000">
            <a:off x="2616201" y="-2413635"/>
            <a:ext cx="6654800" cy="11887202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75000"/>
                  <a:lumOff val="25000"/>
                  <a:alpha val="32000"/>
                </a:schemeClr>
              </a:gs>
              <a:gs pos="15000">
                <a:schemeClr val="accent2">
                  <a:alpha val="25000"/>
                </a:schemeClr>
              </a:gs>
              <a:gs pos="44000">
                <a:schemeClr val="bg2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 userDrawn="1">
            <p:custDataLst>
              <p:tags r:id="rId5"/>
            </p:custDataLst>
          </p:nvPr>
        </p:nvSpPr>
        <p:spPr>
          <a:xfrm rot="5400000">
            <a:off x="2616201" y="-2413000"/>
            <a:ext cx="6654800" cy="11887202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75000"/>
                  <a:lumOff val="25000"/>
                  <a:alpha val="32000"/>
                </a:schemeClr>
              </a:gs>
              <a:gs pos="29000">
                <a:schemeClr val="accent6">
                  <a:alpha val="0"/>
                </a:schemeClr>
              </a:gs>
            </a:gsLst>
            <a:lin ang="12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>
                <a:latin typeface="WPS灵秀黑" charset="-122"/>
                <a:ea typeface="WPS灵秀黑" charset="-122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7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pPr lvl="0"/>
            <a:r>
              <a:rPr lang="zh-CN" altLang="en-US" dirty="0">
                <a:latin typeface="WPS灵秀黑" charset="-122"/>
                <a:ea typeface="WPS灵秀黑" charset="-122"/>
              </a:rPr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8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defRPr>
            </a:lvl1pPr>
          </a:lstStyle>
          <a:p>
            <a:fld id="{5592522B-0F24-4480-B9DD-A9474A6880D6}" type="datetimeFigureOut">
              <a:rPr lang="zh-CN" altLang="en-US" smtClean="0">
                <a:latin typeface="WPS灵秀黑" charset="-122"/>
                <a:ea typeface="WPS灵秀黑" charset="-122"/>
              </a:rPr>
              <a:t>2026/4/23</a:t>
            </a:fld>
            <a:endParaRPr lang="zh-CN" altLang="en-US">
              <a:latin typeface="WPS灵秀黑" charset="-122"/>
              <a:ea typeface="WPS灵秀黑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9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0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defRPr>
            </a:lvl1pPr>
          </a:lstStyle>
          <a:p>
            <a:fld id="{BE5F26B5-172A-4DC2-B0B7-181CFC56B87C}" type="slidenum">
              <a:rPr lang="zh-CN" altLang="en-US" smtClean="0">
                <a:latin typeface="WPS灵秀黑" charset="-122"/>
                <a:ea typeface="WPS灵秀黑" charset="-122"/>
              </a:rPr>
              <a:t>‹#›</a:t>
            </a:fld>
            <a:endParaRPr lang="zh-CN" altLang="en-US">
              <a:latin typeface="WPS灵秀黑" charset="-122"/>
              <a:ea typeface="WPS灵秀黑" charset="-122"/>
            </a:endParaRPr>
          </a:p>
        </p:txBody>
      </p:sp>
      <p:sp>
        <p:nvSpPr>
          <p:cNvPr id="9" name="KSO_TEMPLATE" hidden="1"/>
          <p:cNvSpPr/>
          <p:nvPr userDrawn="1">
            <p:custDataLst>
              <p:tags r:id="rId1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4" r:id="rId1"/>
    <p:sldLayoutId id="2147483741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0" kern="1200">
          <a:solidFill>
            <a:schemeClr val="tx1"/>
          </a:solidFill>
          <a:latin typeface="+mj-ea"/>
          <a:ea typeface="+mj-ea"/>
          <a:cs typeface="MiSans Demibold" panose="00000700000000000000" charset="-122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1800" b="0" kern="1200">
          <a:solidFill>
            <a:schemeClr val="tx1"/>
          </a:solidFill>
          <a:latin typeface="+mn-ea"/>
          <a:ea typeface="+mn-ea"/>
          <a:cs typeface="MiSans Demibold" panose="00000700000000000000" charset="-122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b="0" kern="1200">
          <a:solidFill>
            <a:schemeClr val="tx1"/>
          </a:solidFill>
          <a:latin typeface="+mn-ea"/>
          <a:ea typeface="+mn-ea"/>
          <a:cs typeface="MiSans Demibold" panose="00000700000000000000" charset="-122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ea"/>
          <a:ea typeface="+mn-ea"/>
          <a:cs typeface="MiSans Demibold" panose="00000700000000000000" charset="-122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ea"/>
          <a:ea typeface="+mn-ea"/>
          <a:cs typeface="MiSans Demibold" panose="00000700000000000000" charset="-122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ea"/>
          <a:ea typeface="+mn-ea"/>
          <a:cs typeface="MiSans Demibold" panose="000007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>
            <p:custDataLst>
              <p:tags r:id="rId3"/>
            </p:custDataLst>
          </p:nvPr>
        </p:nvSpPr>
        <p:spPr>
          <a:xfrm rot="5400000">
            <a:off x="2616201" y="-2413635"/>
            <a:ext cx="6654800" cy="11887202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75000"/>
                  <a:lumOff val="25000"/>
                  <a:alpha val="32000"/>
                </a:schemeClr>
              </a:gs>
              <a:gs pos="15000">
                <a:schemeClr val="accent2">
                  <a:alpha val="25000"/>
                </a:schemeClr>
              </a:gs>
              <a:gs pos="44000">
                <a:schemeClr val="bg2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 userDrawn="1">
            <p:custDataLst>
              <p:tags r:id="rId4"/>
            </p:custDataLst>
          </p:nvPr>
        </p:nvSpPr>
        <p:spPr>
          <a:xfrm rot="5400000">
            <a:off x="2616201" y="-2413000"/>
            <a:ext cx="6654800" cy="11887202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75000"/>
                  <a:lumOff val="25000"/>
                  <a:alpha val="32000"/>
                </a:schemeClr>
              </a:gs>
              <a:gs pos="29000">
                <a:schemeClr val="accent6">
                  <a:alpha val="0"/>
                </a:schemeClr>
              </a:gs>
            </a:gsLst>
            <a:lin ang="12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>
                <a:latin typeface="WPS灵秀黑" charset="-122"/>
                <a:ea typeface="WPS灵秀黑" charset="-122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6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pPr lvl="0"/>
            <a:r>
              <a:rPr lang="zh-CN" altLang="en-US" dirty="0">
                <a:latin typeface="WPS灵秀黑" charset="-122"/>
                <a:ea typeface="WPS灵秀黑" charset="-122"/>
              </a:rPr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7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defRPr>
            </a:lvl1pPr>
          </a:lstStyle>
          <a:p>
            <a:fld id="{5592522B-0F24-4480-B9DD-A9474A6880D6}" type="datetimeFigureOut">
              <a:rPr lang="zh-CN" altLang="en-US" smtClean="0">
                <a:latin typeface="WPS灵秀黑" charset="-122"/>
                <a:ea typeface="WPS灵秀黑" charset="-122"/>
              </a:rPr>
              <a:t>2026/4/23</a:t>
            </a:fld>
            <a:endParaRPr lang="zh-CN" altLang="en-US">
              <a:latin typeface="WPS灵秀黑" charset="-122"/>
              <a:ea typeface="WPS灵秀黑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8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9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defRPr>
            </a:lvl1pPr>
          </a:lstStyle>
          <a:p>
            <a:fld id="{BE5F26B5-172A-4DC2-B0B7-181CFC56B87C}" type="slidenum">
              <a:rPr lang="zh-CN" altLang="en-US" smtClean="0">
                <a:latin typeface="WPS灵秀黑" charset="-122"/>
                <a:ea typeface="WPS灵秀黑" charset="-122"/>
              </a:rPr>
              <a:t>‹#›</a:t>
            </a:fld>
            <a:endParaRPr lang="zh-CN" altLang="en-US">
              <a:latin typeface="WPS灵秀黑" charset="-122"/>
              <a:ea typeface="WPS灵秀黑" charset="-122"/>
            </a:endParaRPr>
          </a:p>
        </p:txBody>
      </p:sp>
      <p:sp>
        <p:nvSpPr>
          <p:cNvPr id="9" name="KSO_TEMPLATE" hidden="1"/>
          <p:cNvSpPr/>
          <p:nvPr userDrawn="1">
            <p:custDataLst>
              <p:tags r:id="rId1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98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0" kern="1200">
          <a:solidFill>
            <a:schemeClr val="tx1"/>
          </a:solidFill>
          <a:latin typeface="+mj-ea"/>
          <a:ea typeface="+mj-ea"/>
          <a:cs typeface="MiSans Demibold" panose="00000700000000000000" charset="-122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1800" b="0" kern="1200">
          <a:solidFill>
            <a:schemeClr val="tx1"/>
          </a:solidFill>
          <a:latin typeface="+mn-ea"/>
          <a:ea typeface="+mn-ea"/>
          <a:cs typeface="MiSans Demibold" panose="00000700000000000000" charset="-122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b="0" kern="1200">
          <a:solidFill>
            <a:schemeClr val="tx1"/>
          </a:solidFill>
          <a:latin typeface="+mn-ea"/>
          <a:ea typeface="+mn-ea"/>
          <a:cs typeface="MiSans Demibold" panose="00000700000000000000" charset="-122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ea"/>
          <a:ea typeface="+mn-ea"/>
          <a:cs typeface="MiSans Demibold" panose="00000700000000000000" charset="-122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ea"/>
          <a:ea typeface="+mn-ea"/>
          <a:cs typeface="MiSans Demibold" panose="00000700000000000000" charset="-122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ea"/>
          <a:ea typeface="+mn-ea"/>
          <a:cs typeface="MiSans Demibold" panose="000007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>
            <p:custDataLst>
              <p:tags r:id="rId3"/>
            </p:custDataLst>
          </p:nvPr>
        </p:nvSpPr>
        <p:spPr>
          <a:xfrm rot="5400000">
            <a:off x="2616201" y="-2413635"/>
            <a:ext cx="6654800" cy="11887202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75000"/>
                  <a:lumOff val="25000"/>
                  <a:alpha val="32000"/>
                </a:schemeClr>
              </a:gs>
              <a:gs pos="15000">
                <a:schemeClr val="accent2">
                  <a:alpha val="25000"/>
                </a:schemeClr>
              </a:gs>
              <a:gs pos="44000">
                <a:schemeClr val="bg2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 userDrawn="1">
            <p:custDataLst>
              <p:tags r:id="rId4"/>
            </p:custDataLst>
          </p:nvPr>
        </p:nvSpPr>
        <p:spPr>
          <a:xfrm rot="5400000">
            <a:off x="2616201" y="-2413000"/>
            <a:ext cx="6654800" cy="11887202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75000"/>
                  <a:lumOff val="25000"/>
                  <a:alpha val="32000"/>
                </a:schemeClr>
              </a:gs>
              <a:gs pos="29000">
                <a:schemeClr val="accent6">
                  <a:alpha val="0"/>
                </a:schemeClr>
              </a:gs>
            </a:gsLst>
            <a:lin ang="12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>
                <a:latin typeface="WPS灵秀黑" charset="-122"/>
                <a:ea typeface="WPS灵秀黑" charset="-122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6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pPr lvl="0"/>
            <a:r>
              <a:rPr lang="zh-CN" altLang="en-US" dirty="0">
                <a:latin typeface="WPS灵秀黑" charset="-122"/>
                <a:ea typeface="WPS灵秀黑" charset="-122"/>
              </a:rPr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7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defRPr>
            </a:lvl1pPr>
          </a:lstStyle>
          <a:p>
            <a:fld id="{5592522B-0F24-4480-B9DD-A9474A6880D6}" type="datetimeFigureOut">
              <a:rPr lang="zh-CN" altLang="en-US" smtClean="0">
                <a:latin typeface="WPS灵秀黑" charset="-122"/>
                <a:ea typeface="WPS灵秀黑" charset="-122"/>
              </a:rPr>
              <a:t>2026/4/23</a:t>
            </a:fld>
            <a:endParaRPr lang="zh-CN" altLang="en-US">
              <a:latin typeface="WPS灵秀黑" charset="-122"/>
              <a:ea typeface="WPS灵秀黑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8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9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defRPr>
            </a:lvl1pPr>
          </a:lstStyle>
          <a:p>
            <a:fld id="{BE5F26B5-172A-4DC2-B0B7-181CFC56B87C}" type="slidenum">
              <a:rPr lang="zh-CN" altLang="en-US" smtClean="0">
                <a:latin typeface="WPS灵秀黑" charset="-122"/>
                <a:ea typeface="WPS灵秀黑" charset="-122"/>
              </a:rPr>
              <a:t>‹#›</a:t>
            </a:fld>
            <a:endParaRPr lang="zh-CN" altLang="en-US">
              <a:latin typeface="WPS灵秀黑" charset="-122"/>
              <a:ea typeface="WPS灵秀黑" charset="-122"/>
            </a:endParaRPr>
          </a:p>
        </p:txBody>
      </p:sp>
      <p:sp>
        <p:nvSpPr>
          <p:cNvPr id="9" name="KSO_TEMPLATE" hidden="1"/>
          <p:cNvSpPr/>
          <p:nvPr userDrawn="1">
            <p:custDataLst>
              <p:tags r:id="rId1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40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0" kern="1200">
          <a:solidFill>
            <a:schemeClr val="tx1"/>
          </a:solidFill>
          <a:latin typeface="+mj-ea"/>
          <a:ea typeface="+mj-ea"/>
          <a:cs typeface="MiSans Demibold" panose="00000700000000000000" charset="-122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1800" b="0" kern="1200">
          <a:solidFill>
            <a:schemeClr val="tx1"/>
          </a:solidFill>
          <a:latin typeface="+mn-ea"/>
          <a:ea typeface="+mn-ea"/>
          <a:cs typeface="MiSans Demibold" panose="00000700000000000000" charset="-122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b="0" kern="1200">
          <a:solidFill>
            <a:schemeClr val="tx1"/>
          </a:solidFill>
          <a:latin typeface="+mn-ea"/>
          <a:ea typeface="+mn-ea"/>
          <a:cs typeface="MiSans Demibold" panose="00000700000000000000" charset="-122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ea"/>
          <a:ea typeface="+mn-ea"/>
          <a:cs typeface="MiSans Demibold" panose="00000700000000000000" charset="-122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ea"/>
          <a:ea typeface="+mn-ea"/>
          <a:cs typeface="MiSans Demibold" panose="00000700000000000000" charset="-122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ea"/>
          <a:ea typeface="+mn-ea"/>
          <a:cs typeface="MiSans Demibold" panose="000007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251.xml"/><Relationship Id="rId2" Type="http://schemas.openxmlformats.org/officeDocument/2006/relationships/tags" Target="../tags/tag250.xml"/><Relationship Id="rId1" Type="http://schemas.openxmlformats.org/officeDocument/2006/relationships/tags" Target="../tags/tag249.xml"/><Relationship Id="rId5" Type="http://schemas.openxmlformats.org/officeDocument/2006/relationships/image" Target="../media/image3.png"/><Relationship Id="rId4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259.xml"/><Relationship Id="rId13" Type="http://schemas.openxmlformats.org/officeDocument/2006/relationships/tags" Target="../tags/tag264.xml"/><Relationship Id="rId18" Type="http://schemas.openxmlformats.org/officeDocument/2006/relationships/tags" Target="../tags/tag269.xml"/><Relationship Id="rId3" Type="http://schemas.openxmlformats.org/officeDocument/2006/relationships/tags" Target="../tags/tag254.xml"/><Relationship Id="rId21" Type="http://schemas.openxmlformats.org/officeDocument/2006/relationships/slideLayout" Target="../slideLayouts/slideLayout13.xml"/><Relationship Id="rId7" Type="http://schemas.openxmlformats.org/officeDocument/2006/relationships/tags" Target="../tags/tag258.xml"/><Relationship Id="rId12" Type="http://schemas.openxmlformats.org/officeDocument/2006/relationships/tags" Target="../tags/tag263.xml"/><Relationship Id="rId17" Type="http://schemas.openxmlformats.org/officeDocument/2006/relationships/tags" Target="../tags/tag268.xml"/><Relationship Id="rId2" Type="http://schemas.openxmlformats.org/officeDocument/2006/relationships/tags" Target="../tags/tag253.xml"/><Relationship Id="rId16" Type="http://schemas.openxmlformats.org/officeDocument/2006/relationships/tags" Target="../tags/tag267.xml"/><Relationship Id="rId20" Type="http://schemas.openxmlformats.org/officeDocument/2006/relationships/tags" Target="../tags/tag271.xml"/><Relationship Id="rId1" Type="http://schemas.openxmlformats.org/officeDocument/2006/relationships/tags" Target="../tags/tag252.xml"/><Relationship Id="rId6" Type="http://schemas.openxmlformats.org/officeDocument/2006/relationships/tags" Target="../tags/tag257.xml"/><Relationship Id="rId11" Type="http://schemas.openxmlformats.org/officeDocument/2006/relationships/tags" Target="../tags/tag262.xml"/><Relationship Id="rId5" Type="http://schemas.openxmlformats.org/officeDocument/2006/relationships/tags" Target="../tags/tag256.xml"/><Relationship Id="rId15" Type="http://schemas.openxmlformats.org/officeDocument/2006/relationships/tags" Target="../tags/tag266.xml"/><Relationship Id="rId10" Type="http://schemas.openxmlformats.org/officeDocument/2006/relationships/tags" Target="../tags/tag261.xml"/><Relationship Id="rId19" Type="http://schemas.openxmlformats.org/officeDocument/2006/relationships/tags" Target="../tags/tag270.xml"/><Relationship Id="rId4" Type="http://schemas.openxmlformats.org/officeDocument/2006/relationships/tags" Target="../tags/tag255.xml"/><Relationship Id="rId9" Type="http://schemas.openxmlformats.org/officeDocument/2006/relationships/tags" Target="../tags/tag260.xml"/><Relationship Id="rId14" Type="http://schemas.openxmlformats.org/officeDocument/2006/relationships/tags" Target="../tags/tag26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273.xml"/><Relationship Id="rId1" Type="http://schemas.openxmlformats.org/officeDocument/2006/relationships/tags" Target="../tags/tag27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281.xml"/><Relationship Id="rId3" Type="http://schemas.openxmlformats.org/officeDocument/2006/relationships/tags" Target="../tags/tag276.xml"/><Relationship Id="rId7" Type="http://schemas.openxmlformats.org/officeDocument/2006/relationships/tags" Target="../tags/tag280.xml"/><Relationship Id="rId2" Type="http://schemas.openxmlformats.org/officeDocument/2006/relationships/tags" Target="../tags/tag275.xml"/><Relationship Id="rId1" Type="http://schemas.openxmlformats.org/officeDocument/2006/relationships/tags" Target="../tags/tag274.xml"/><Relationship Id="rId6" Type="http://schemas.openxmlformats.org/officeDocument/2006/relationships/tags" Target="../tags/tag279.xml"/><Relationship Id="rId5" Type="http://schemas.openxmlformats.org/officeDocument/2006/relationships/tags" Target="../tags/tag278.xml"/><Relationship Id="rId10" Type="http://schemas.openxmlformats.org/officeDocument/2006/relationships/image" Target="../media/image4.webp"/><Relationship Id="rId4" Type="http://schemas.openxmlformats.org/officeDocument/2006/relationships/tags" Target="../tags/tag277.xml"/><Relationship Id="rId9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289.xml"/><Relationship Id="rId3" Type="http://schemas.openxmlformats.org/officeDocument/2006/relationships/tags" Target="../tags/tag284.xml"/><Relationship Id="rId7" Type="http://schemas.openxmlformats.org/officeDocument/2006/relationships/tags" Target="../tags/tag288.xml"/><Relationship Id="rId12" Type="http://schemas.openxmlformats.org/officeDocument/2006/relationships/slideLayout" Target="../slideLayouts/slideLayout15.xml"/><Relationship Id="rId2" Type="http://schemas.openxmlformats.org/officeDocument/2006/relationships/tags" Target="../tags/tag283.xml"/><Relationship Id="rId1" Type="http://schemas.openxmlformats.org/officeDocument/2006/relationships/tags" Target="../tags/tag282.xml"/><Relationship Id="rId6" Type="http://schemas.openxmlformats.org/officeDocument/2006/relationships/tags" Target="../tags/tag287.xml"/><Relationship Id="rId11" Type="http://schemas.openxmlformats.org/officeDocument/2006/relationships/tags" Target="../tags/tag292.xml"/><Relationship Id="rId5" Type="http://schemas.openxmlformats.org/officeDocument/2006/relationships/tags" Target="../tags/tag286.xml"/><Relationship Id="rId10" Type="http://schemas.openxmlformats.org/officeDocument/2006/relationships/tags" Target="../tags/tag291.xml"/><Relationship Id="rId4" Type="http://schemas.openxmlformats.org/officeDocument/2006/relationships/tags" Target="../tags/tag285.xml"/><Relationship Id="rId9" Type="http://schemas.openxmlformats.org/officeDocument/2006/relationships/tags" Target="../tags/tag29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295.xml"/><Relationship Id="rId2" Type="http://schemas.openxmlformats.org/officeDocument/2006/relationships/tags" Target="../tags/tag294.xml"/><Relationship Id="rId1" Type="http://schemas.openxmlformats.org/officeDocument/2006/relationships/tags" Target="../tags/tag293.xml"/><Relationship Id="rId6" Type="http://schemas.openxmlformats.org/officeDocument/2006/relationships/image" Target="../media/image5.png"/><Relationship Id="rId5" Type="http://schemas.openxmlformats.org/officeDocument/2006/relationships/slideLayout" Target="../slideLayouts/slideLayout16.xml"/><Relationship Id="rId4" Type="http://schemas.openxmlformats.org/officeDocument/2006/relationships/tags" Target="../tags/tag29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3" Type="http://schemas.openxmlformats.org/officeDocument/2006/relationships/tags" Target="../tags/tag299.xml"/><Relationship Id="rId7" Type="http://schemas.openxmlformats.org/officeDocument/2006/relationships/tags" Target="../tags/tag303.xml"/><Relationship Id="rId2" Type="http://schemas.openxmlformats.org/officeDocument/2006/relationships/tags" Target="../tags/tag298.xml"/><Relationship Id="rId1" Type="http://schemas.openxmlformats.org/officeDocument/2006/relationships/tags" Target="../tags/tag297.xml"/><Relationship Id="rId6" Type="http://schemas.openxmlformats.org/officeDocument/2006/relationships/tags" Target="../tags/tag302.xml"/><Relationship Id="rId5" Type="http://schemas.openxmlformats.org/officeDocument/2006/relationships/tags" Target="../tags/tag301.xml"/><Relationship Id="rId4" Type="http://schemas.openxmlformats.org/officeDocument/2006/relationships/tags" Target="../tags/tag300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311.xml"/><Relationship Id="rId13" Type="http://schemas.openxmlformats.org/officeDocument/2006/relationships/tags" Target="../tags/tag316.xml"/><Relationship Id="rId3" Type="http://schemas.openxmlformats.org/officeDocument/2006/relationships/tags" Target="../tags/tag306.xml"/><Relationship Id="rId7" Type="http://schemas.openxmlformats.org/officeDocument/2006/relationships/tags" Target="../tags/tag310.xml"/><Relationship Id="rId12" Type="http://schemas.openxmlformats.org/officeDocument/2006/relationships/tags" Target="../tags/tag315.xml"/><Relationship Id="rId2" Type="http://schemas.openxmlformats.org/officeDocument/2006/relationships/tags" Target="../tags/tag305.xml"/><Relationship Id="rId1" Type="http://schemas.openxmlformats.org/officeDocument/2006/relationships/tags" Target="../tags/tag304.xml"/><Relationship Id="rId6" Type="http://schemas.openxmlformats.org/officeDocument/2006/relationships/tags" Target="../tags/tag309.xml"/><Relationship Id="rId11" Type="http://schemas.openxmlformats.org/officeDocument/2006/relationships/tags" Target="../tags/tag314.xml"/><Relationship Id="rId5" Type="http://schemas.openxmlformats.org/officeDocument/2006/relationships/tags" Target="../tags/tag308.xml"/><Relationship Id="rId10" Type="http://schemas.openxmlformats.org/officeDocument/2006/relationships/tags" Target="../tags/tag313.xml"/><Relationship Id="rId4" Type="http://schemas.openxmlformats.org/officeDocument/2006/relationships/tags" Target="../tags/tag307.xml"/><Relationship Id="rId9" Type="http://schemas.openxmlformats.org/officeDocument/2006/relationships/tags" Target="../tags/tag312.xml"/><Relationship Id="rId14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319.xml"/><Relationship Id="rId2" Type="http://schemas.openxmlformats.org/officeDocument/2006/relationships/tags" Target="../tags/tag318.xml"/><Relationship Id="rId1" Type="http://schemas.openxmlformats.org/officeDocument/2006/relationships/tags" Target="../tags/tag317.xml"/><Relationship Id="rId4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tags" Target="../tags/tag321.xml"/><Relationship Id="rId1" Type="http://schemas.openxmlformats.org/officeDocument/2006/relationships/tags" Target="../tags/tag320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329.xml"/><Relationship Id="rId3" Type="http://schemas.openxmlformats.org/officeDocument/2006/relationships/tags" Target="../tags/tag324.xml"/><Relationship Id="rId7" Type="http://schemas.openxmlformats.org/officeDocument/2006/relationships/tags" Target="../tags/tag328.xml"/><Relationship Id="rId2" Type="http://schemas.openxmlformats.org/officeDocument/2006/relationships/tags" Target="../tags/tag323.xml"/><Relationship Id="rId1" Type="http://schemas.openxmlformats.org/officeDocument/2006/relationships/tags" Target="../tags/tag322.xml"/><Relationship Id="rId6" Type="http://schemas.openxmlformats.org/officeDocument/2006/relationships/tags" Target="../tags/tag327.xml"/><Relationship Id="rId5" Type="http://schemas.openxmlformats.org/officeDocument/2006/relationships/tags" Target="../tags/tag326.xml"/><Relationship Id="rId4" Type="http://schemas.openxmlformats.org/officeDocument/2006/relationships/tags" Target="../tags/tag325.xml"/><Relationship Id="rId9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337.xml"/><Relationship Id="rId3" Type="http://schemas.openxmlformats.org/officeDocument/2006/relationships/tags" Target="../tags/tag332.xml"/><Relationship Id="rId7" Type="http://schemas.openxmlformats.org/officeDocument/2006/relationships/tags" Target="../tags/tag336.xml"/><Relationship Id="rId2" Type="http://schemas.openxmlformats.org/officeDocument/2006/relationships/tags" Target="../tags/tag331.xml"/><Relationship Id="rId1" Type="http://schemas.openxmlformats.org/officeDocument/2006/relationships/tags" Target="../tags/tag330.xml"/><Relationship Id="rId6" Type="http://schemas.openxmlformats.org/officeDocument/2006/relationships/tags" Target="../tags/tag335.xml"/><Relationship Id="rId5" Type="http://schemas.openxmlformats.org/officeDocument/2006/relationships/tags" Target="../tags/tag334.xml"/><Relationship Id="rId4" Type="http://schemas.openxmlformats.org/officeDocument/2006/relationships/tags" Target="../tags/tag333.xml"/><Relationship Id="rId9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345.xml"/><Relationship Id="rId3" Type="http://schemas.openxmlformats.org/officeDocument/2006/relationships/tags" Target="../tags/tag340.xml"/><Relationship Id="rId7" Type="http://schemas.openxmlformats.org/officeDocument/2006/relationships/tags" Target="../tags/tag344.xml"/><Relationship Id="rId2" Type="http://schemas.openxmlformats.org/officeDocument/2006/relationships/tags" Target="../tags/tag339.xml"/><Relationship Id="rId1" Type="http://schemas.openxmlformats.org/officeDocument/2006/relationships/tags" Target="../tags/tag338.xml"/><Relationship Id="rId6" Type="http://schemas.openxmlformats.org/officeDocument/2006/relationships/tags" Target="../tags/tag343.xml"/><Relationship Id="rId5" Type="http://schemas.openxmlformats.org/officeDocument/2006/relationships/tags" Target="../tags/tag342.xml"/><Relationship Id="rId4" Type="http://schemas.openxmlformats.org/officeDocument/2006/relationships/tags" Target="../tags/tag341.xml"/><Relationship Id="rId9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353.xml"/><Relationship Id="rId3" Type="http://schemas.openxmlformats.org/officeDocument/2006/relationships/tags" Target="../tags/tag348.xml"/><Relationship Id="rId7" Type="http://schemas.openxmlformats.org/officeDocument/2006/relationships/tags" Target="../tags/tag352.xml"/><Relationship Id="rId2" Type="http://schemas.openxmlformats.org/officeDocument/2006/relationships/tags" Target="../tags/tag347.xml"/><Relationship Id="rId1" Type="http://schemas.openxmlformats.org/officeDocument/2006/relationships/tags" Target="../tags/tag346.xml"/><Relationship Id="rId6" Type="http://schemas.openxmlformats.org/officeDocument/2006/relationships/tags" Target="../tags/tag351.xml"/><Relationship Id="rId5" Type="http://schemas.openxmlformats.org/officeDocument/2006/relationships/tags" Target="../tags/tag350.xml"/><Relationship Id="rId4" Type="http://schemas.openxmlformats.org/officeDocument/2006/relationships/tags" Target="../tags/tag349.xml"/><Relationship Id="rId9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361.xml"/><Relationship Id="rId3" Type="http://schemas.openxmlformats.org/officeDocument/2006/relationships/tags" Target="../tags/tag356.xml"/><Relationship Id="rId7" Type="http://schemas.openxmlformats.org/officeDocument/2006/relationships/tags" Target="../tags/tag360.xml"/><Relationship Id="rId12" Type="http://schemas.openxmlformats.org/officeDocument/2006/relationships/slideLayout" Target="../slideLayouts/slideLayout18.xml"/><Relationship Id="rId2" Type="http://schemas.openxmlformats.org/officeDocument/2006/relationships/tags" Target="../tags/tag355.xml"/><Relationship Id="rId1" Type="http://schemas.openxmlformats.org/officeDocument/2006/relationships/tags" Target="../tags/tag354.xml"/><Relationship Id="rId6" Type="http://schemas.openxmlformats.org/officeDocument/2006/relationships/tags" Target="../tags/tag359.xml"/><Relationship Id="rId11" Type="http://schemas.openxmlformats.org/officeDocument/2006/relationships/tags" Target="../tags/tag364.xml"/><Relationship Id="rId5" Type="http://schemas.openxmlformats.org/officeDocument/2006/relationships/tags" Target="../tags/tag358.xml"/><Relationship Id="rId10" Type="http://schemas.openxmlformats.org/officeDocument/2006/relationships/tags" Target="../tags/tag363.xml"/><Relationship Id="rId4" Type="http://schemas.openxmlformats.org/officeDocument/2006/relationships/tags" Target="../tags/tag357.xml"/><Relationship Id="rId9" Type="http://schemas.openxmlformats.org/officeDocument/2006/relationships/tags" Target="../tags/tag36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372.xml"/><Relationship Id="rId3" Type="http://schemas.openxmlformats.org/officeDocument/2006/relationships/tags" Target="../tags/tag367.xml"/><Relationship Id="rId7" Type="http://schemas.openxmlformats.org/officeDocument/2006/relationships/tags" Target="../tags/tag371.xml"/><Relationship Id="rId2" Type="http://schemas.openxmlformats.org/officeDocument/2006/relationships/tags" Target="../tags/tag366.xml"/><Relationship Id="rId1" Type="http://schemas.openxmlformats.org/officeDocument/2006/relationships/tags" Target="../tags/tag365.xml"/><Relationship Id="rId6" Type="http://schemas.openxmlformats.org/officeDocument/2006/relationships/tags" Target="../tags/tag370.xml"/><Relationship Id="rId5" Type="http://schemas.openxmlformats.org/officeDocument/2006/relationships/tags" Target="../tags/tag369.xml"/><Relationship Id="rId4" Type="http://schemas.openxmlformats.org/officeDocument/2006/relationships/tags" Target="../tags/tag368.xml"/><Relationship Id="rId9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380.xml"/><Relationship Id="rId3" Type="http://schemas.openxmlformats.org/officeDocument/2006/relationships/tags" Target="../tags/tag375.xml"/><Relationship Id="rId7" Type="http://schemas.openxmlformats.org/officeDocument/2006/relationships/tags" Target="../tags/tag379.xml"/><Relationship Id="rId2" Type="http://schemas.openxmlformats.org/officeDocument/2006/relationships/tags" Target="../tags/tag374.xml"/><Relationship Id="rId1" Type="http://schemas.openxmlformats.org/officeDocument/2006/relationships/tags" Target="../tags/tag373.xml"/><Relationship Id="rId6" Type="http://schemas.openxmlformats.org/officeDocument/2006/relationships/tags" Target="../tags/tag378.xml"/><Relationship Id="rId5" Type="http://schemas.openxmlformats.org/officeDocument/2006/relationships/tags" Target="../tags/tag377.xml"/><Relationship Id="rId4" Type="http://schemas.openxmlformats.org/officeDocument/2006/relationships/tags" Target="../tags/tag376.xml"/><Relationship Id="rId9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388.xml"/><Relationship Id="rId3" Type="http://schemas.openxmlformats.org/officeDocument/2006/relationships/tags" Target="../tags/tag383.xml"/><Relationship Id="rId7" Type="http://schemas.openxmlformats.org/officeDocument/2006/relationships/tags" Target="../tags/tag387.xml"/><Relationship Id="rId2" Type="http://schemas.openxmlformats.org/officeDocument/2006/relationships/tags" Target="../tags/tag382.xml"/><Relationship Id="rId1" Type="http://schemas.openxmlformats.org/officeDocument/2006/relationships/tags" Target="../tags/tag381.xml"/><Relationship Id="rId6" Type="http://schemas.openxmlformats.org/officeDocument/2006/relationships/tags" Target="../tags/tag386.xml"/><Relationship Id="rId5" Type="http://schemas.openxmlformats.org/officeDocument/2006/relationships/tags" Target="../tags/tag385.xml"/><Relationship Id="rId4" Type="http://schemas.openxmlformats.org/officeDocument/2006/relationships/tags" Target="../tags/tag384.xml"/><Relationship Id="rId9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tags" Target="../tags/tag391.xml"/><Relationship Id="rId7" Type="http://schemas.openxmlformats.org/officeDocument/2006/relationships/image" Target="../media/image7.jpeg"/><Relationship Id="rId2" Type="http://schemas.openxmlformats.org/officeDocument/2006/relationships/tags" Target="../tags/tag390.xml"/><Relationship Id="rId1" Type="http://schemas.openxmlformats.org/officeDocument/2006/relationships/tags" Target="../tags/tag389.xml"/><Relationship Id="rId6" Type="http://schemas.openxmlformats.org/officeDocument/2006/relationships/slideLayout" Target="../slideLayouts/slideLayout19.xml"/><Relationship Id="rId5" Type="http://schemas.openxmlformats.org/officeDocument/2006/relationships/tags" Target="../tags/tag393.xml"/><Relationship Id="rId4" Type="http://schemas.openxmlformats.org/officeDocument/2006/relationships/tags" Target="../tags/tag392.xml"/></Relationships>
</file>

<file path=ppt/slides/_rels/slide2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.svg"/><Relationship Id="rId3" Type="http://schemas.openxmlformats.org/officeDocument/2006/relationships/tags" Target="../tags/tag396.xml"/><Relationship Id="rId2" Type="http://schemas.openxmlformats.org/officeDocument/2006/relationships/tags" Target="../tags/tag395.xml"/><Relationship Id="rId1" Type="http://schemas.openxmlformats.org/officeDocument/2006/relationships/tags" Target="../tags/tag394.xml"/><Relationship Id="rId6" Type="http://schemas.openxmlformats.org/officeDocument/2006/relationships/image" Target="../media/image8.png"/><Relationship Id="rId5" Type="http://schemas.openxmlformats.org/officeDocument/2006/relationships/slideLayout" Target="../slideLayouts/slideLayout20.xml"/><Relationship Id="rId4" Type="http://schemas.openxmlformats.org/officeDocument/2006/relationships/tags" Target="../tags/tag39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ctrTitle" idx="16388"/>
            <p:custDataLst>
              <p:tags r:id="rId2"/>
            </p:custDataLst>
          </p:nvPr>
        </p:nvSpPr>
        <p:spPr>
          <a:xfrm>
            <a:off x="530628" y="546238"/>
            <a:ext cx="4242540" cy="3577706"/>
          </a:xfrm>
        </p:spPr>
        <p:txBody>
          <a:bodyPr>
            <a:normAutofit/>
          </a:bodyPr>
          <a:lstStyle/>
          <a:p>
            <a:r>
              <a:rPr lang="en-GB" sz="2400" dirty="0" smtClean="0"/>
              <a:t>Implementing </a:t>
            </a:r>
            <a:r>
              <a:rPr lang="en-GB" sz="2400" dirty="0"/>
              <a:t>Intelligent Infrastructure Monitoring Platform with AIOps, Predictive Maintenance, and Automated Remediation for Hybrid Cloud Environments </a:t>
            </a:r>
            <a:endParaRPr lang="zh-CN" altLang="en-US" sz="2400" dirty="0">
              <a:latin typeface="WPS灵秀黑" charset="-122"/>
              <a:ea typeface="WPS灵秀黑" charset="-122"/>
            </a:endParaRPr>
          </a:p>
        </p:txBody>
      </p:sp>
      <p:sp>
        <p:nvSpPr>
          <p:cNvPr id="6" name="标题 1"/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530628" y="4360753"/>
            <a:ext cx="5691520" cy="203084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 fontScale="975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000" b="0" kern="1200" spc="0">
                <a:solidFill>
                  <a:schemeClr val="tx1"/>
                </a:solidFill>
                <a:latin typeface="+mj-ea"/>
                <a:ea typeface="+mj-ea"/>
                <a:cs typeface="MiSans Demibold" panose="00000700000000000000" charset="-122"/>
              </a:defRPr>
            </a:lvl1pPr>
          </a:lstStyle>
          <a:p>
            <a:pPr algn="just"/>
            <a:r>
              <a:rPr lang="en-US" sz="3000" dirty="0">
                <a:latin typeface="WPS灵秀黑" charset="-122"/>
                <a:ea typeface="WPS灵秀黑" charset="-122"/>
              </a:rPr>
              <a:t>Presenters: </a:t>
            </a:r>
          </a:p>
          <a:p>
            <a:pPr algn="just"/>
            <a:r>
              <a:rPr lang="en-US" sz="3000" dirty="0">
                <a:latin typeface="WPS灵秀黑" charset="-122"/>
                <a:ea typeface="WPS灵秀黑" charset="-122"/>
              </a:rPr>
              <a:t>Hamza Raja</a:t>
            </a:r>
          </a:p>
          <a:p>
            <a:pPr algn="just"/>
            <a:r>
              <a:rPr lang="en-US" sz="3000" dirty="0">
                <a:latin typeface="WPS灵秀黑" charset="-122"/>
                <a:ea typeface="WPS灵秀黑" charset="-122"/>
              </a:rPr>
              <a:t>Diploma in AIOPS</a:t>
            </a:r>
          </a:p>
          <a:p>
            <a:pPr algn="just"/>
            <a:r>
              <a:rPr lang="en-US" sz="3000" dirty="0">
                <a:latin typeface="WPS灵秀黑" charset="-122"/>
                <a:ea typeface="WPS灵秀黑" charset="-122"/>
              </a:rPr>
              <a:t>EduQual Level 6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3752" y="704088"/>
            <a:ext cx="7114739" cy="5376672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6386"/>
            <p:custDataLst>
              <p:tags r:id="rId2"/>
            </p:custDataLst>
          </p:nvPr>
        </p:nvSpPr>
        <p:spPr/>
        <p:txBody>
          <a:bodyPr>
            <a:normAutofit fontScale="92500"/>
          </a:bodyPr>
          <a:lstStyle/>
          <a:p>
            <a:r>
              <a:rPr lang="en-US" altLang="zh-CN" dirty="0" smtClean="0">
                <a:latin typeface="WPS灵秀黑" charset="-122"/>
                <a:ea typeface="WPS灵秀黑" charset="-122"/>
              </a:rPr>
              <a:t>TABLE OF </a:t>
            </a:r>
            <a:r>
              <a:rPr lang="zh-CN" altLang="en-US" dirty="0" smtClean="0">
                <a:latin typeface="WPS灵秀黑" charset="-122"/>
                <a:ea typeface="WPS灵秀黑" charset="-122"/>
              </a:rPr>
              <a:t>C</a:t>
            </a:r>
            <a:r>
              <a:rPr lang="zh-CN" altLang="en-US" dirty="0">
                <a:latin typeface="WPS灵秀黑" charset="-122"/>
                <a:ea typeface="WPS灵秀黑" charset="-122"/>
              </a:rPr>
              <a:t>ONTENTS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16388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altLang="en-US">
                <a:latin typeface="WPS灵秀黑" charset="-122"/>
                <a:ea typeface="WPS灵秀黑" charset="-122"/>
              </a:rPr>
              <a:t>01</a:t>
            </a:r>
          </a:p>
        </p:txBody>
      </p:sp>
      <p:sp>
        <p:nvSpPr>
          <p:cNvPr id="5" name="装饰  3"/>
          <p:cNvSpPr>
            <a:spLocks noGrp="1"/>
          </p:cNvSpPr>
          <p:nvPr>
            <p:ph type="body" idx="16399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 dirty="0">
                <a:latin typeface="WPS灵秀黑" charset="-122"/>
                <a:ea typeface="WPS灵秀黑" charset="-122"/>
              </a:rPr>
              <a:t> 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 sz="2000" dirty="0">
                <a:latin typeface="WPS灵秀黑" charset="-122"/>
                <a:ea typeface="WPS灵秀黑" charset="-122"/>
              </a:rPr>
              <a:t>Project Overview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idx="16390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en-US" altLang="en-US">
                <a:latin typeface="WPS灵秀黑" charset="-122"/>
                <a:ea typeface="WPS灵秀黑" charset="-122"/>
              </a:rPr>
              <a:t>02</a:t>
            </a:r>
          </a:p>
        </p:txBody>
      </p:sp>
      <p:sp>
        <p:nvSpPr>
          <p:cNvPr id="8" name="装饰  6"/>
          <p:cNvSpPr>
            <a:spLocks noGrp="1"/>
          </p:cNvSpPr>
          <p:nvPr>
            <p:ph type="body" idx="16400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>
                <a:latin typeface="WPS灵秀黑" charset="-122"/>
                <a:ea typeface="WPS灵秀黑" charset="-122"/>
              </a:rPr>
              <a:t> 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8"/>
            </p:custDataLst>
          </p:nvPr>
        </p:nvSpPr>
        <p:spPr>
          <a:xfrm>
            <a:off x="9004298" y="1295400"/>
            <a:ext cx="2953240" cy="914400"/>
          </a:xfrm>
        </p:spPr>
        <p:txBody>
          <a:bodyPr>
            <a:normAutofit/>
          </a:bodyPr>
          <a:lstStyle/>
          <a:p>
            <a:r>
              <a:rPr lang="en-GB" sz="2000" dirty="0" smtClean="0"/>
              <a:t>What is Intelligent Monitoring</a:t>
            </a:r>
            <a:endParaRPr lang="zh-CN" altLang="en-US" sz="2000" dirty="0">
              <a:latin typeface="WPS灵秀黑" charset="-122"/>
              <a:ea typeface="WPS灵秀黑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92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en-US" altLang="en-US">
                <a:latin typeface="WPS灵秀黑" charset="-122"/>
                <a:ea typeface="WPS灵秀黑" charset="-122"/>
              </a:rPr>
              <a:t>03</a:t>
            </a:r>
          </a:p>
        </p:txBody>
      </p:sp>
      <p:sp>
        <p:nvSpPr>
          <p:cNvPr id="11" name="装饰  9"/>
          <p:cNvSpPr>
            <a:spLocks noGrp="1"/>
          </p:cNvSpPr>
          <p:nvPr>
            <p:ph type="body" idx="16401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zh-CN" altLang="en-US" dirty="0">
                <a:latin typeface="WPS灵秀黑" charset="-122"/>
                <a:ea typeface="WPS灵秀黑" charset="-122"/>
              </a:rPr>
              <a:t> 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/>
            <p:custDataLst>
              <p:tags r:id="rId11"/>
            </p:custDataLst>
          </p:nvPr>
        </p:nvSpPr>
        <p:spPr>
          <a:xfrm>
            <a:off x="5079999" y="2971800"/>
            <a:ext cx="2542931" cy="914400"/>
          </a:xfrm>
        </p:spPr>
        <p:txBody>
          <a:bodyPr>
            <a:normAutofit fontScale="85000" lnSpcReduction="10000"/>
          </a:bodyPr>
          <a:lstStyle/>
          <a:p>
            <a:r>
              <a:rPr lang="en-GB" dirty="0"/>
              <a:t>Problem Statement &amp; Proposed Solution</a:t>
            </a:r>
            <a:endParaRPr lang="zh-CN" altLang="en-US" dirty="0">
              <a:latin typeface="WPS灵秀黑" charset="-122"/>
              <a:ea typeface="WPS灵秀黑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94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 altLang="en-US" dirty="0">
                <a:latin typeface="WPS灵秀黑" charset="-122"/>
                <a:ea typeface="WPS灵秀黑" charset="-122"/>
              </a:rPr>
              <a:t>04</a:t>
            </a:r>
          </a:p>
        </p:txBody>
      </p:sp>
      <p:sp>
        <p:nvSpPr>
          <p:cNvPr id="14" name="装饰  2"/>
          <p:cNvSpPr>
            <a:spLocks noGrp="1"/>
          </p:cNvSpPr>
          <p:nvPr>
            <p:ph type="body" idx="16402"/>
            <p:custDataLst>
              <p:tags r:id="rId13"/>
            </p:custDataLst>
          </p:nvPr>
        </p:nvSpPr>
        <p:spPr/>
        <p:txBody>
          <a:bodyPr/>
          <a:lstStyle/>
          <a:p>
            <a:r>
              <a:rPr lang="zh-CN" altLang="en-US" dirty="0">
                <a:latin typeface="WPS灵秀黑" charset="-122"/>
                <a:ea typeface="WPS灵秀黑" charset="-122"/>
              </a:rPr>
              <a:t> 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idx="16393"/>
            <p:custDataLst>
              <p:tags r:id="rId14"/>
            </p:custDataLst>
          </p:nvPr>
        </p:nvSpPr>
        <p:spPr>
          <a:xfrm>
            <a:off x="9004299" y="2971800"/>
            <a:ext cx="2862803" cy="914400"/>
          </a:xfrm>
        </p:spPr>
        <p:txBody>
          <a:bodyPr>
            <a:normAutofit/>
          </a:bodyPr>
          <a:lstStyle/>
          <a:p>
            <a:r>
              <a:rPr lang="en-GB" sz="2000" dirty="0"/>
              <a:t>Core </a:t>
            </a:r>
            <a:r>
              <a:rPr lang="en-GB" sz="2000" dirty="0" smtClean="0"/>
              <a:t> </a:t>
            </a:r>
            <a:r>
              <a:rPr lang="en-GB" sz="2000" dirty="0" err="1" smtClean="0"/>
              <a:t>AIOps</a:t>
            </a:r>
            <a:r>
              <a:rPr lang="en-GB" sz="2000" dirty="0" smtClean="0"/>
              <a:t> </a:t>
            </a:r>
            <a:r>
              <a:rPr lang="en-GB" sz="2000" dirty="0"/>
              <a:t>Platform Capabilities</a:t>
            </a:r>
            <a:endParaRPr lang="zh-CN" altLang="en-US" sz="2000" dirty="0">
              <a:latin typeface="WPS灵秀黑" charset="-122"/>
              <a:ea typeface="WPS灵秀黑" charset="-122"/>
            </a:endParaRPr>
          </a:p>
        </p:txBody>
      </p:sp>
      <p:sp>
        <p:nvSpPr>
          <p:cNvPr id="16" name="文本占位符 12"/>
          <p:cNvSpPr>
            <a:spLocks noGrp="1"/>
          </p:cNvSpPr>
          <p:nvPr>
            <p:ph type="body" idx="16394"/>
            <p:custDataLst>
              <p:tags r:id="rId15"/>
            </p:custDataLst>
          </p:nvPr>
        </p:nvSpPr>
        <p:spPr>
          <a:xfrm>
            <a:off x="4070350" y="4546600"/>
            <a:ext cx="596900" cy="508000"/>
          </a:xfrm>
        </p:spPr>
        <p:txBody>
          <a:bodyPr/>
          <a:lstStyle/>
          <a:p>
            <a:r>
              <a:rPr lang="en-US" altLang="en-US" dirty="0" smtClean="0">
                <a:latin typeface="WPS灵秀黑" charset="-122"/>
                <a:ea typeface="WPS灵秀黑" charset="-122"/>
              </a:rPr>
              <a:t>05</a:t>
            </a:r>
            <a:endParaRPr lang="en-US" altLang="en-US" dirty="0">
              <a:latin typeface="WPS灵秀黑" charset="-122"/>
              <a:ea typeface="WPS灵秀黑" charset="-122"/>
            </a:endParaRPr>
          </a:p>
        </p:txBody>
      </p:sp>
      <p:sp>
        <p:nvSpPr>
          <p:cNvPr id="17" name="装饰  9"/>
          <p:cNvSpPr>
            <a:spLocks noGrp="1"/>
          </p:cNvSpPr>
          <p:nvPr>
            <p:ph type="body" idx="16401"/>
            <p:custDataLst>
              <p:tags r:id="rId16"/>
            </p:custDataLst>
          </p:nvPr>
        </p:nvSpPr>
        <p:spPr>
          <a:xfrm>
            <a:off x="4838700" y="4546600"/>
            <a:ext cx="25400" cy="762000"/>
          </a:xfrm>
        </p:spPr>
        <p:txBody>
          <a:bodyPr/>
          <a:lstStyle/>
          <a:p>
            <a:r>
              <a:rPr lang="zh-CN" altLang="en-US">
                <a:latin typeface="WPS灵秀黑" charset="-122"/>
                <a:ea typeface="WPS灵秀黑" charset="-122"/>
              </a:rPr>
              <a:t> </a:t>
            </a:r>
          </a:p>
        </p:txBody>
      </p:sp>
      <p:sp>
        <p:nvSpPr>
          <p:cNvPr id="18" name="文本占位符 11"/>
          <p:cNvSpPr>
            <a:spLocks noGrp="1"/>
          </p:cNvSpPr>
          <p:nvPr>
            <p:ph type="body" idx="16391"/>
            <p:custDataLst>
              <p:tags r:id="rId17"/>
            </p:custDataLst>
          </p:nvPr>
        </p:nvSpPr>
        <p:spPr>
          <a:xfrm>
            <a:off x="5079999" y="4394200"/>
            <a:ext cx="2542931" cy="914400"/>
          </a:xfrm>
        </p:spPr>
        <p:txBody>
          <a:bodyPr>
            <a:normAutofit/>
          </a:bodyPr>
          <a:lstStyle/>
          <a:p>
            <a:r>
              <a:rPr lang="en-US" altLang="zh-CN" sz="2000" dirty="0" err="1" smtClean="0">
                <a:latin typeface="WPS灵秀黑" charset="-122"/>
                <a:ea typeface="WPS灵秀黑" charset="-122"/>
              </a:rPr>
              <a:t>AIOps</a:t>
            </a:r>
            <a:r>
              <a:rPr lang="en-US" altLang="zh-CN" sz="2000" dirty="0" smtClean="0">
                <a:latin typeface="WPS灵秀黑" charset="-122"/>
                <a:ea typeface="WPS灵秀黑" charset="-122"/>
              </a:rPr>
              <a:t>  </a:t>
            </a:r>
            <a:r>
              <a:rPr lang="en-US" altLang="zh-CN" sz="2000" dirty="0">
                <a:latin typeface="WPS灵秀黑" charset="-122"/>
                <a:ea typeface="WPS灵秀黑" charset="-122"/>
              </a:rPr>
              <a:t>Architecture &amp; Implementation </a:t>
            </a:r>
            <a:endParaRPr lang="zh-CN" altLang="en-US" sz="2000" dirty="0">
              <a:latin typeface="WPS灵秀黑" charset="-122"/>
              <a:ea typeface="WPS灵秀黑" charset="-122"/>
            </a:endParaRPr>
          </a:p>
        </p:txBody>
      </p:sp>
      <p:sp>
        <p:nvSpPr>
          <p:cNvPr id="19" name="文本占位符 11"/>
          <p:cNvSpPr>
            <a:spLocks noGrp="1"/>
          </p:cNvSpPr>
          <p:nvPr>
            <p:ph type="body" idx="16391"/>
            <p:custDataLst>
              <p:tags r:id="rId18"/>
            </p:custDataLst>
          </p:nvPr>
        </p:nvSpPr>
        <p:spPr>
          <a:xfrm>
            <a:off x="9099061" y="4470400"/>
            <a:ext cx="2542931" cy="914400"/>
          </a:xfrm>
        </p:spPr>
        <p:txBody>
          <a:bodyPr>
            <a:normAutofit/>
          </a:bodyPr>
          <a:lstStyle/>
          <a:p>
            <a:r>
              <a:rPr lang="en-GB" dirty="0" smtClean="0"/>
              <a:t>Q/A</a:t>
            </a:r>
            <a:endParaRPr lang="zh-CN" altLang="en-US" dirty="0">
              <a:latin typeface="WPS灵秀黑" charset="-122"/>
              <a:ea typeface="WPS灵秀黑" charset="-122"/>
            </a:endParaRPr>
          </a:p>
        </p:txBody>
      </p:sp>
      <p:sp>
        <p:nvSpPr>
          <p:cNvPr id="21" name="文本占位符 12"/>
          <p:cNvSpPr>
            <a:spLocks noGrp="1"/>
          </p:cNvSpPr>
          <p:nvPr>
            <p:ph type="body" idx="16394"/>
            <p:custDataLst>
              <p:tags r:id="rId19"/>
            </p:custDataLst>
          </p:nvPr>
        </p:nvSpPr>
        <p:spPr>
          <a:xfrm>
            <a:off x="8035679" y="4673600"/>
            <a:ext cx="596900" cy="508000"/>
          </a:xfrm>
        </p:spPr>
        <p:txBody>
          <a:bodyPr/>
          <a:lstStyle/>
          <a:p>
            <a:r>
              <a:rPr lang="en-US" altLang="en-US" dirty="0" smtClean="0">
                <a:latin typeface="WPS灵秀黑" charset="-122"/>
                <a:ea typeface="WPS灵秀黑" charset="-122"/>
              </a:rPr>
              <a:t>06</a:t>
            </a:r>
            <a:endParaRPr lang="en-US" altLang="en-US" dirty="0">
              <a:latin typeface="WPS灵秀黑" charset="-122"/>
              <a:ea typeface="WPS灵秀黑" charset="-122"/>
            </a:endParaRPr>
          </a:p>
        </p:txBody>
      </p:sp>
      <p:sp>
        <p:nvSpPr>
          <p:cNvPr id="22" name="装饰  2"/>
          <p:cNvSpPr>
            <a:spLocks noGrp="1"/>
          </p:cNvSpPr>
          <p:nvPr>
            <p:ph type="body" idx="16402"/>
            <p:custDataLst>
              <p:tags r:id="rId20"/>
            </p:custDataLst>
          </p:nvPr>
        </p:nvSpPr>
        <p:spPr>
          <a:xfrm>
            <a:off x="8853120" y="4546600"/>
            <a:ext cx="25400" cy="762000"/>
          </a:xfrm>
        </p:spPr>
        <p:txBody>
          <a:bodyPr/>
          <a:lstStyle/>
          <a:p>
            <a:r>
              <a:rPr lang="zh-CN" altLang="en-US">
                <a:latin typeface="WPS灵秀黑" charset="-122"/>
                <a:ea typeface="WPS灵秀黑" charset="-122"/>
              </a:rPr>
              <a:t> 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7"/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10172700" y="1905000"/>
            <a:ext cx="1527175" cy="15240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ea"/>
                <a:ea typeface="+mn-ea"/>
                <a:cs typeface="MiSans Demibold" panose="00000700000000000000" charset="-122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b="0" kern="1200">
                <a:solidFill>
                  <a:schemeClr val="tx1"/>
                </a:solidFill>
                <a:latin typeface="+mn-ea"/>
                <a:ea typeface="+mn-ea"/>
                <a:cs typeface="MiSans Demibold" panose="00000700000000000000" charset="-122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kern="1200">
                <a:solidFill>
                  <a:schemeClr val="tx1"/>
                </a:solidFill>
                <a:latin typeface="+mn-ea"/>
                <a:ea typeface="+mn-ea"/>
                <a:cs typeface="MiSans Demibold" panose="00000700000000000000" charset="-122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kern="1200">
                <a:solidFill>
                  <a:schemeClr val="tx1"/>
                </a:solidFill>
                <a:latin typeface="+mn-ea"/>
                <a:ea typeface="+mn-ea"/>
                <a:cs typeface="MiSans Demibold" panose="00000700000000000000" charset="-122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kern="1200">
                <a:solidFill>
                  <a:schemeClr val="tx1"/>
                </a:solidFill>
                <a:latin typeface="+mn-ea"/>
                <a:ea typeface="+mn-ea"/>
                <a:cs typeface="MiSans Demibold" panose="00000700000000000000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 sz="7200" dirty="0" smtClean="0">
                <a:solidFill>
                  <a:srgbClr val="0DC2E3"/>
                </a:solidFill>
                <a:latin typeface="WPS灵秀黑" charset="-122"/>
                <a:ea typeface="WPS灵秀黑" charset="-122"/>
              </a:rPr>
              <a:t>01</a:t>
            </a:r>
            <a:endParaRPr lang="en-US" altLang="en-US" dirty="0">
              <a:solidFill>
                <a:srgbClr val="0DC2E3"/>
              </a:solidFill>
              <a:latin typeface="WPS灵秀黑" charset="-122"/>
              <a:ea typeface="WPS灵秀黑" charset="-122"/>
            </a:endParaRPr>
          </a:p>
        </p:txBody>
      </p:sp>
      <p:sp>
        <p:nvSpPr>
          <p:cNvPr id="3" name="标题 1"/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6210300" y="3429000"/>
            <a:ext cx="8239125" cy="152400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0" kern="1200">
                <a:solidFill>
                  <a:schemeClr val="tx1"/>
                </a:solidFill>
                <a:latin typeface="+mj-ea"/>
                <a:ea typeface="+mj-ea"/>
                <a:cs typeface="MiSans Demibold" panose="00000700000000000000" charset="-122"/>
              </a:defRPr>
            </a:lvl1pPr>
          </a:lstStyle>
          <a:p>
            <a:r>
              <a:rPr lang="zh-CN" altLang="en-US" sz="4800" dirty="0" smtClean="0">
                <a:latin typeface="WPS灵秀黑" charset="-122"/>
                <a:ea typeface="WPS灵秀黑" charset="-122"/>
              </a:rPr>
              <a:t>Project Overview</a:t>
            </a:r>
            <a:endParaRPr lang="zh-CN" altLang="en-US" sz="4800" dirty="0">
              <a:latin typeface="WPS灵秀黑" charset="-122"/>
              <a:ea typeface="WPS灵秀黑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6879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>
                <a:latin typeface="WPS灵秀黑" charset="-122"/>
                <a:ea typeface="WPS灵秀黑" charset="-122"/>
              </a:rPr>
              <a:t>P</a:t>
            </a:r>
            <a:r>
              <a:rPr lang="zh-CN" altLang="en-US" dirty="0">
                <a:latin typeface="WPS灵秀黑" charset="-122"/>
                <a:ea typeface="WPS灵秀黑" charset="-122"/>
              </a:rPr>
              <a:t>roject Goal</a:t>
            </a:r>
          </a:p>
        </p:txBody>
      </p:sp>
      <p:sp>
        <p:nvSpPr>
          <p:cNvPr id="4" name="装饰  2"/>
          <p:cNvSpPr>
            <a:spLocks noGrp="1"/>
          </p:cNvSpPr>
          <p:nvPr>
            <p:ph type="body" idx="1639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>
                <a:latin typeface="WPS灵秀黑" charset="-122"/>
                <a:ea typeface="WPS灵秀黑" charset="-122"/>
              </a:rPr>
              <a:t> 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WPS灵秀黑" charset="-122"/>
                <a:ea typeface="WPS灵秀黑" charset="-122"/>
              </a:rPr>
              <a:t>Proactive Monitoring Enablement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WPS灵秀黑" charset="-122"/>
                <a:ea typeface="WPS灵秀黑" charset="-122"/>
              </a:rPr>
              <a:t>Establish real-time tracking of hybrid cloud infrastructure metrics to detect anomalies before they impact operations, ensuring continuous system visibility.</a:t>
            </a:r>
          </a:p>
        </p:txBody>
      </p:sp>
      <p:sp>
        <p:nvSpPr>
          <p:cNvPr id="7" name="装饰  5"/>
          <p:cNvSpPr>
            <a:spLocks noGrp="1"/>
          </p:cNvSpPr>
          <p:nvPr>
            <p:ph type="body" idx="16392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>
                <a:latin typeface="WPS灵秀黑" charset="-122"/>
                <a:ea typeface="WPS灵秀黑" charset="-122"/>
              </a:rPr>
              <a:t> 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idx="16388"/>
            <p:custDataLst>
              <p:tags r:id="rId7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WPS灵秀黑" charset="-122"/>
                <a:ea typeface="WPS灵秀黑" charset="-122"/>
              </a:rPr>
              <a:t>Intelligent Alerting System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8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WPS灵秀黑" charset="-122"/>
                <a:ea typeface="WPS灵秀黑" charset="-122"/>
              </a:rPr>
              <a:t>Implement AI-driven alerting mechanisms t</a:t>
            </a:r>
            <a:r>
              <a:rPr lang="zh-CN" altLang="en-US" dirty="0" smtClean="0">
                <a:latin typeface="WPS灵秀黑" charset="-122"/>
                <a:ea typeface="WPS灵秀黑" charset="-122"/>
              </a:rPr>
              <a:t>o </a:t>
            </a:r>
            <a:r>
              <a:rPr lang="en-US" altLang="zh-CN" dirty="0" smtClean="0">
                <a:latin typeface="WPS灵秀黑" charset="-122"/>
                <a:ea typeface="WPS灵秀黑" charset="-122"/>
              </a:rPr>
              <a:t>highlight</a:t>
            </a:r>
            <a:r>
              <a:rPr lang="zh-CN" altLang="en-US" dirty="0" smtClean="0">
                <a:latin typeface="WPS灵秀黑" charset="-122"/>
                <a:ea typeface="WPS灵秀黑" charset="-122"/>
              </a:rPr>
              <a:t> </a:t>
            </a:r>
            <a:r>
              <a:rPr lang="zh-CN" altLang="en-US" dirty="0">
                <a:latin typeface="WPS灵秀黑" charset="-122"/>
                <a:ea typeface="WPS灵秀黑" charset="-122"/>
              </a:rPr>
              <a:t>prioritize critical issues, reducing false positives and enabling rapid response to potential threats.</a:t>
            </a:r>
          </a:p>
        </p:txBody>
      </p:sp>
      <p:pic>
        <p:nvPicPr>
          <p:cNvPr id="13" name="Content Placeholder 12" descr="Hoe kan &lt;strong&gt;AI&lt;/strong&gt; projectvertragingen helpen voorkomen? • Studio Vi"/>
          <p:cNvPicPr>
            <a:picLocks noGrp="1" noChangeAspect="1"/>
          </p:cNvPicPr>
          <p:nvPr>
            <p:ph idx="16390"/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299" y="2436446"/>
            <a:ext cx="4314092" cy="3496260"/>
          </a:xfr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>
                <a:latin typeface="WPS灵秀黑" charset="-122"/>
                <a:ea typeface="WPS灵秀黑" charset="-122"/>
              </a:rPr>
              <a:t>Project Goal</a:t>
            </a:r>
            <a:endParaRPr lang="zh-CN" altLang="en-US" dirty="0">
              <a:latin typeface="WPS灵秀黑" charset="-122"/>
              <a:ea typeface="WPS灵秀黑" charset="-122"/>
            </a:endParaRPr>
          </a:p>
        </p:txBody>
      </p:sp>
      <p:sp>
        <p:nvSpPr>
          <p:cNvPr id="3" name="装饰  1"/>
          <p:cNvSpPr>
            <a:spLocks noGrp="1"/>
          </p:cNvSpPr>
          <p:nvPr>
            <p:ph type="body" idx="16390"/>
            <p:custDataLst>
              <p:tags r:id="rId3"/>
            </p:custDataLst>
          </p:nvPr>
        </p:nvSpPr>
        <p:spPr>
          <a:xfrm>
            <a:off x="609600" y="1295400"/>
            <a:ext cx="10972800" cy="1183053"/>
          </a:xfrm>
        </p:spPr>
        <p:txBody>
          <a:bodyPr/>
          <a:lstStyle/>
          <a:p>
            <a:r>
              <a:rPr lang="zh-CN" altLang="en-US" dirty="0">
                <a:latin typeface="WPS灵秀黑" charset="-122"/>
                <a:ea typeface="WPS灵秀黑" charset="-122"/>
              </a:rPr>
              <a:t> 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>
          <a:xfrm>
            <a:off x="762000" y="1375508"/>
            <a:ext cx="6807200" cy="406400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WPS灵秀黑" charset="-122"/>
                <a:ea typeface="WPS灵秀黑" charset="-122"/>
              </a:rPr>
              <a:t>Predictive Maintenance Integration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>
          <a:xfrm>
            <a:off x="762000" y="1788747"/>
            <a:ext cx="10720754" cy="914400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WPS灵秀黑" charset="-122"/>
                <a:ea typeface="WPS灵秀黑" charset="-122"/>
              </a:rPr>
              <a:t>Integrate predictive analytics to forecast infrastructure failures, allowing p</a:t>
            </a:r>
            <a:r>
              <a:rPr lang="zh-CN" altLang="en-US" dirty="0" smtClean="0">
                <a:latin typeface="WPS灵秀黑" charset="-122"/>
                <a:ea typeface="WPS灵秀黑" charset="-122"/>
              </a:rPr>
              <a:t>r</a:t>
            </a:r>
            <a:r>
              <a:rPr lang="en-US" altLang="zh-CN" dirty="0" err="1" smtClean="0">
                <a:latin typeface="WPS灵秀黑" charset="-122"/>
                <a:ea typeface="WPS灵秀黑" charset="-122"/>
              </a:rPr>
              <a:t>oac</a:t>
            </a:r>
            <a:r>
              <a:rPr lang="zh-CN" altLang="en-US" dirty="0" smtClean="0">
                <a:latin typeface="WPS灵秀黑" charset="-122"/>
                <a:ea typeface="WPS灵秀黑" charset="-122"/>
              </a:rPr>
              <a:t>t</a:t>
            </a:r>
            <a:r>
              <a:rPr lang="zh-CN" altLang="en-US" dirty="0">
                <a:latin typeface="WPS灵秀黑" charset="-122"/>
                <a:ea typeface="WPS灵秀黑" charset="-122"/>
              </a:rPr>
              <a:t>ive maintenance and minimizing unplanned downtime.</a:t>
            </a:r>
          </a:p>
        </p:txBody>
      </p:sp>
      <p:sp>
        <p:nvSpPr>
          <p:cNvPr id="7" name="装饰  5"/>
          <p:cNvSpPr>
            <a:spLocks noGrp="1"/>
          </p:cNvSpPr>
          <p:nvPr>
            <p:ph type="body" idx="16392"/>
            <p:custDataLst>
              <p:tags r:id="rId6"/>
            </p:custDataLst>
          </p:nvPr>
        </p:nvSpPr>
        <p:spPr>
          <a:xfrm>
            <a:off x="609600" y="2755900"/>
            <a:ext cx="10972800" cy="1385277"/>
          </a:xfrm>
        </p:spPr>
        <p:txBody>
          <a:bodyPr/>
          <a:lstStyle/>
          <a:p>
            <a:r>
              <a:rPr lang="zh-CN" altLang="en-US" dirty="0">
                <a:latin typeface="WPS灵秀黑" charset="-122"/>
                <a:ea typeface="WPS灵秀黑" charset="-122"/>
              </a:rPr>
              <a:t> 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7"/>
            </p:custDataLst>
          </p:nvPr>
        </p:nvSpPr>
        <p:spPr>
          <a:xfrm>
            <a:off x="762000" y="2946400"/>
            <a:ext cx="6807200" cy="406400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WPS灵秀黑" charset="-122"/>
                <a:ea typeface="WPS灵秀黑" charset="-122"/>
              </a:rPr>
              <a:t>Automated Problem Resolution</a:t>
            </a:r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8"/>
            </p:custDataLst>
          </p:nvPr>
        </p:nvSpPr>
        <p:spPr>
          <a:xfrm>
            <a:off x="761999" y="3352800"/>
            <a:ext cx="10641623" cy="914400"/>
          </a:xfrm>
        </p:spPr>
        <p:txBody>
          <a:bodyPr>
            <a:normAutofit/>
          </a:bodyPr>
          <a:lstStyle/>
          <a:p>
            <a:r>
              <a:rPr lang="en-GB" dirty="0" smtClean="0"/>
              <a:t>Implement </a:t>
            </a:r>
            <a:r>
              <a:rPr lang="en-GB" dirty="0"/>
              <a:t>automated remediation workflows to resolve common infrastructure issues without manual intervention</a:t>
            </a:r>
            <a:endParaRPr lang="zh-CN" altLang="en-US" dirty="0">
              <a:latin typeface="WPS灵秀黑" charset="-122"/>
              <a:ea typeface="WPS灵秀黑" charset="-122"/>
            </a:endParaRPr>
          </a:p>
        </p:txBody>
      </p:sp>
      <p:sp>
        <p:nvSpPr>
          <p:cNvPr id="14" name="装饰  2"/>
          <p:cNvSpPr txBox="1">
            <a:spLocks/>
          </p:cNvSpPr>
          <p:nvPr>
            <p:custDataLst>
              <p:tags r:id="rId9"/>
            </p:custDataLst>
          </p:nvPr>
        </p:nvSpPr>
        <p:spPr>
          <a:xfrm>
            <a:off x="609600" y="4331677"/>
            <a:ext cx="10972800" cy="1436077"/>
          </a:xfrm>
          <a:prstGeom prst="rect">
            <a:avLst/>
          </a:prstGeom>
          <a:solidFill>
            <a:srgbClr val="0070C0"/>
          </a:solidFill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b="0" kern="1200" spc="0">
                <a:solidFill>
                  <a:srgbClr val="FFFFFF"/>
                </a:solidFill>
                <a:latin typeface="+mn-ea"/>
                <a:ea typeface="+mn-ea"/>
                <a:cs typeface="MiSans Demibold" panose="00000700000000000000" charset="-122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b="0" kern="1200">
                <a:solidFill>
                  <a:schemeClr val="tx1"/>
                </a:solidFill>
                <a:latin typeface="+mn-ea"/>
                <a:ea typeface="+mn-ea"/>
                <a:cs typeface="MiSans Demibold" panose="00000700000000000000" charset="-122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kern="1200">
                <a:solidFill>
                  <a:schemeClr val="tx1"/>
                </a:solidFill>
                <a:latin typeface="+mn-ea"/>
                <a:ea typeface="+mn-ea"/>
                <a:cs typeface="MiSans Demibold" panose="00000700000000000000" charset="-122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kern="1200">
                <a:solidFill>
                  <a:schemeClr val="tx1"/>
                </a:solidFill>
                <a:latin typeface="+mn-ea"/>
                <a:ea typeface="+mn-ea"/>
                <a:cs typeface="MiSans Demibold" panose="00000700000000000000" charset="-122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kern="1200">
                <a:solidFill>
                  <a:schemeClr val="tx1"/>
                </a:solidFill>
                <a:latin typeface="+mn-ea"/>
                <a:ea typeface="+mn-ea"/>
                <a:cs typeface="MiSans Demibold" panose="00000700000000000000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mtClean="0">
                <a:latin typeface="WPS灵秀黑" charset="-122"/>
                <a:ea typeface="WPS灵秀黑" charset="-122"/>
              </a:rPr>
              <a:t> </a:t>
            </a:r>
            <a:endParaRPr lang="zh-CN" altLang="en-US">
              <a:latin typeface="WPS灵秀黑" charset="-122"/>
              <a:ea typeface="WPS灵秀黑" charset="-122"/>
            </a:endParaRPr>
          </a:p>
        </p:txBody>
      </p:sp>
      <p:sp>
        <p:nvSpPr>
          <p:cNvPr id="15" name="文本占位符 4"/>
          <p:cNvSpPr txBox="1">
            <a:spLocks/>
          </p:cNvSpPr>
          <p:nvPr>
            <p:custDataLst>
              <p:tags r:id="rId10"/>
            </p:custDataLst>
          </p:nvPr>
        </p:nvSpPr>
        <p:spPr>
          <a:xfrm>
            <a:off x="761999" y="4404948"/>
            <a:ext cx="103632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kern="1200" spc="0">
                <a:solidFill>
                  <a:schemeClr val="tx1"/>
                </a:solidFill>
                <a:latin typeface="+mn-ea"/>
                <a:ea typeface="+mn-ea"/>
                <a:cs typeface="MiSans Demibold" panose="00000700000000000000" charset="-122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b="0" kern="1200">
                <a:solidFill>
                  <a:schemeClr val="tx1"/>
                </a:solidFill>
                <a:latin typeface="+mn-ea"/>
                <a:ea typeface="+mn-ea"/>
                <a:cs typeface="MiSans Demibold" panose="00000700000000000000" charset="-122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kern="1200">
                <a:solidFill>
                  <a:schemeClr val="tx1"/>
                </a:solidFill>
                <a:latin typeface="+mn-ea"/>
                <a:ea typeface="+mn-ea"/>
                <a:cs typeface="MiSans Demibold" panose="00000700000000000000" charset="-122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kern="1200">
                <a:solidFill>
                  <a:schemeClr val="tx1"/>
                </a:solidFill>
                <a:latin typeface="+mn-ea"/>
                <a:ea typeface="+mn-ea"/>
                <a:cs typeface="MiSans Demibold" panose="00000700000000000000" charset="-122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kern="1200">
                <a:solidFill>
                  <a:schemeClr val="tx1"/>
                </a:solidFill>
                <a:latin typeface="+mn-ea"/>
                <a:ea typeface="+mn-ea"/>
                <a:cs typeface="MiSans Demibold" panose="00000700000000000000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 smtClean="0">
                <a:latin typeface="WPS灵秀黑" charset="-122"/>
                <a:ea typeface="WPS灵秀黑" charset="-122"/>
              </a:rPr>
              <a:t>Performance &amp; Availability Optimization</a:t>
            </a:r>
            <a:endParaRPr lang="zh-CN" altLang="en-US" dirty="0">
              <a:latin typeface="WPS灵秀黑" charset="-122"/>
              <a:ea typeface="WPS灵秀黑" charset="-122"/>
            </a:endParaRPr>
          </a:p>
        </p:txBody>
      </p:sp>
      <p:sp>
        <p:nvSpPr>
          <p:cNvPr id="16" name="文本占位符 5"/>
          <p:cNvSpPr txBox="1">
            <a:spLocks/>
          </p:cNvSpPr>
          <p:nvPr>
            <p:custDataLst>
              <p:tags r:id="rId11"/>
            </p:custDataLst>
          </p:nvPr>
        </p:nvSpPr>
        <p:spPr>
          <a:xfrm>
            <a:off x="761999" y="4819167"/>
            <a:ext cx="10363200" cy="8079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b="0" kern="1200" spc="0">
                <a:solidFill>
                  <a:schemeClr val="tx1"/>
                </a:solidFill>
                <a:latin typeface="+mn-ea"/>
                <a:ea typeface="+mn-ea"/>
                <a:cs typeface="MiSans Demibold" panose="00000700000000000000" charset="-122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b="0" kern="1200">
                <a:solidFill>
                  <a:schemeClr val="tx1"/>
                </a:solidFill>
                <a:latin typeface="+mn-ea"/>
                <a:ea typeface="+mn-ea"/>
                <a:cs typeface="MiSans Demibold" panose="00000700000000000000" charset="-122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kern="1200">
                <a:solidFill>
                  <a:schemeClr val="tx1"/>
                </a:solidFill>
                <a:latin typeface="+mn-ea"/>
                <a:ea typeface="+mn-ea"/>
                <a:cs typeface="MiSans Demibold" panose="00000700000000000000" charset="-122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kern="1200">
                <a:solidFill>
                  <a:schemeClr val="tx1"/>
                </a:solidFill>
                <a:latin typeface="+mn-ea"/>
                <a:ea typeface="+mn-ea"/>
                <a:cs typeface="MiSans Demibold" panose="00000700000000000000" charset="-122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kern="1200">
                <a:solidFill>
                  <a:schemeClr val="tx1"/>
                </a:solidFill>
                <a:latin typeface="+mn-ea"/>
                <a:ea typeface="+mn-ea"/>
                <a:cs typeface="MiSans Demibold" panose="00000700000000000000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smtClean="0"/>
              <a:t>By </a:t>
            </a:r>
            <a:r>
              <a:rPr lang="en-GB" dirty="0"/>
              <a:t>predicting issues early and fixing them automatically, the platform reduces manual work, improves system reliability, </a:t>
            </a:r>
            <a:r>
              <a:rPr lang="en-GB" dirty="0" smtClean="0"/>
              <a:t>and help with </a:t>
            </a:r>
            <a:r>
              <a:rPr lang="en-GB" dirty="0"/>
              <a:t>continuously monitors SLA compliance.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02 </a:t>
            </a:r>
            <a:r>
              <a:rPr lang="en-GB" dirty="0" smtClean="0"/>
              <a:t>What is Intelligent Infrastructure Monitoring?</a:t>
            </a:r>
            <a:endParaRPr lang="zh-CN" altLang="en-US" dirty="0">
              <a:latin typeface="WPS灵秀黑" charset="-122"/>
              <a:ea typeface="WPS灵秀黑" charset="-122"/>
            </a:endParaRPr>
          </a:p>
        </p:txBody>
      </p:sp>
      <p:sp>
        <p:nvSpPr>
          <p:cNvPr id="4" name="装饰  2"/>
          <p:cNvSpPr>
            <a:spLocks noGrp="1"/>
          </p:cNvSpPr>
          <p:nvPr>
            <p:ph type="body" idx="16390"/>
            <p:custDataLst>
              <p:tags r:id="rId3"/>
            </p:custDataLst>
          </p:nvPr>
        </p:nvSpPr>
        <p:spPr>
          <a:xfrm>
            <a:off x="459608" y="1887448"/>
            <a:ext cx="4508046" cy="3757213"/>
          </a:xfrm>
          <a:solidFill>
            <a:schemeClr val="tx1">
              <a:lumMod val="50000"/>
            </a:schemeClr>
          </a:solidFill>
        </p:spPr>
        <p:txBody>
          <a:bodyPr/>
          <a:lstStyle/>
          <a:p>
            <a:r>
              <a:rPr lang="zh-CN" altLang="en-US" dirty="0">
                <a:latin typeface="WPS灵秀黑" charset="-122"/>
                <a:ea typeface="WPS灵秀黑" charset="-122"/>
              </a:rPr>
              <a:t> 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4"/>
            </p:custDataLst>
          </p:nvPr>
        </p:nvSpPr>
        <p:spPr>
          <a:xfrm>
            <a:off x="609600" y="1988735"/>
            <a:ext cx="4067908" cy="3084427"/>
          </a:xfrm>
        </p:spPr>
        <p:txBody>
          <a:bodyPr>
            <a:normAutofit/>
          </a:bodyPr>
          <a:lstStyle/>
          <a:p>
            <a:r>
              <a:rPr lang="en-GB" dirty="0"/>
              <a:t>Intelligent infrastructure monitoring is the </a:t>
            </a:r>
            <a:r>
              <a:rPr lang="en-GB" dirty="0" smtClean="0"/>
              <a:t>process </a:t>
            </a:r>
            <a:r>
              <a:rPr lang="en-GB" dirty="0"/>
              <a:t>of continuously collecting, analyzing, and interpreting telemetry data (such as metrics, logs, and traces) from IT </a:t>
            </a:r>
            <a:r>
              <a:rPr lang="en-GB" dirty="0" smtClean="0"/>
              <a:t>systems including </a:t>
            </a:r>
            <a:r>
              <a:rPr lang="en-GB" dirty="0"/>
              <a:t>servers, networks, databases, and cloud </a:t>
            </a:r>
            <a:r>
              <a:rPr lang="en-GB" dirty="0" smtClean="0"/>
              <a:t>services to </a:t>
            </a:r>
            <a:r>
              <a:rPr lang="en-GB" dirty="0"/>
              <a:t>not only monitor real-time health but also to proactively predict potential failures and automate troubleshooting. 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17646" y="1143000"/>
            <a:ext cx="6948855" cy="5552926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03 </a:t>
            </a:r>
            <a:r>
              <a:rPr lang="en-GB" dirty="0"/>
              <a:t>Problem Statement &amp; Proposed Solution</a:t>
            </a:r>
            <a:endParaRPr lang="zh-CN" altLang="en-US" dirty="0">
              <a:latin typeface="WPS灵秀黑" charset="-122"/>
              <a:ea typeface="WPS灵秀黑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6386"/>
            <p:custDataLst>
              <p:tags r:id="rId3"/>
            </p:custDataLst>
          </p:nvPr>
        </p:nvSpPr>
        <p:spPr>
          <a:xfrm>
            <a:off x="720970" y="1463919"/>
            <a:ext cx="4062046" cy="406400"/>
          </a:xfrm>
        </p:spPr>
        <p:txBody>
          <a:bodyPr>
            <a:normAutofit/>
          </a:bodyPr>
          <a:lstStyle/>
          <a:p>
            <a:r>
              <a:rPr lang="en-GB" dirty="0"/>
              <a:t>Problem Statement</a:t>
            </a:r>
            <a:endParaRPr lang="zh-CN" altLang="en-US" dirty="0">
              <a:latin typeface="WPS灵秀黑" charset="-122"/>
              <a:ea typeface="WPS灵秀黑" charset="-122"/>
            </a:endParaRPr>
          </a:p>
        </p:txBody>
      </p:sp>
      <p:sp>
        <p:nvSpPr>
          <p:cNvPr id="4" name="装饰  2"/>
          <p:cNvSpPr>
            <a:spLocks noGrp="1"/>
          </p:cNvSpPr>
          <p:nvPr>
            <p:ph type="body" idx="16390"/>
            <p:custDataLst>
              <p:tags r:id="rId4"/>
            </p:custDataLst>
          </p:nvPr>
        </p:nvSpPr>
        <p:spPr>
          <a:xfrm>
            <a:off x="609600" y="2191238"/>
            <a:ext cx="9923584" cy="1642208"/>
          </a:xfrm>
        </p:spPr>
        <p:txBody>
          <a:bodyPr/>
          <a:lstStyle/>
          <a:p>
            <a:r>
              <a:rPr lang="zh-CN" altLang="en-US" dirty="0">
                <a:latin typeface="WPS灵秀黑" charset="-122"/>
                <a:ea typeface="WPS灵秀黑" charset="-122"/>
              </a:rPr>
              <a:t> 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>
          <a:xfrm>
            <a:off x="817685" y="2316285"/>
            <a:ext cx="9451730" cy="1219200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In modern IT environments, infrastructure is distributed across on-premises systems, cloud platforms, and container-based workloads. Traditional monitoring tools operate in isolation and mostly react after issues occur. This leads to too many alerts, slower problem detection, and time-consuming manual troubleshooting. As a result, organizations experience more downtime, missed SLAs, and reduced operational efficiency.</a:t>
            </a:r>
          </a:p>
        </p:txBody>
      </p:sp>
      <p:sp>
        <p:nvSpPr>
          <p:cNvPr id="9" name="装饰  2"/>
          <p:cNvSpPr txBox="1">
            <a:spLocks/>
          </p:cNvSpPr>
          <p:nvPr>
            <p:custDataLst>
              <p:tags r:id="rId6"/>
            </p:custDataLst>
          </p:nvPr>
        </p:nvSpPr>
        <p:spPr>
          <a:xfrm>
            <a:off x="609599" y="4796691"/>
            <a:ext cx="9923585" cy="1774789"/>
          </a:xfrm>
          <a:custGeom>
            <a:avLst/>
            <a:gdLst>
              <a:gd name="connisteX0" fmla="*/ 0 w 5334000"/>
              <a:gd name="connsiteY0" fmla="*/ 203200 h 2946400"/>
              <a:gd name="connisteX1" fmla="*/ 203200 w 5334000"/>
              <a:gd name="connsiteY1" fmla="*/ 0 h 2946400"/>
              <a:gd name="connisteX2" fmla="*/ 5130800 w 5334000"/>
              <a:gd name="connsiteY2" fmla="*/ 0 h 2946400"/>
              <a:gd name="connisteX3" fmla="*/ 5334000 w 5334000"/>
              <a:gd name="connsiteY3" fmla="*/ 203200 h 2946400"/>
              <a:gd name="connisteX4" fmla="*/ 5334000 w 5334000"/>
              <a:gd name="connsiteY4" fmla="*/ 2743200 h 2946400"/>
              <a:gd name="connisteX5" fmla="*/ 5130800 w 5334000"/>
              <a:gd name="connsiteY5" fmla="*/ 2946400 h 2946400"/>
              <a:gd name="connisteX6" fmla="*/ 203200 w 5334000"/>
              <a:gd name="connsiteY6" fmla="*/ 2946400 h 2946400"/>
              <a:gd name="connisteX7" fmla="*/ 0 w 5334000"/>
              <a:gd name="connsiteY7" fmla="*/ 2743200 h 2946400"/>
              <a:gd name="connisteX8" fmla="*/ 0 w 5334000"/>
              <a:gd name="connsiteY8" fmla="*/ 203200 h 2946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334000" h="2946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743200"/>
                </a:lnTo>
                <a:cubicBezTo>
                  <a:pt x="5334000" y="2855424"/>
                  <a:pt x="5243024" y="2946400"/>
                  <a:pt x="5130800" y="2946400"/>
                </a:cubicBezTo>
                <a:lnTo>
                  <a:pt x="203200" y="2946400"/>
                </a:lnTo>
                <a:cubicBezTo>
                  <a:pt x="90976" y="2946400"/>
                  <a:pt x="0" y="2855424"/>
                  <a:pt x="0" y="27432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 vert="horz" wrap="squar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kern="1200">
                <a:solidFill>
                  <a:schemeClr val="tx1"/>
                </a:solidFill>
                <a:latin typeface="+mn-ea"/>
                <a:ea typeface="+mn-ea"/>
                <a:cs typeface="MiSans Demibold" panose="00000700000000000000" charset="-122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kern="1200">
                <a:solidFill>
                  <a:schemeClr val="tx1"/>
                </a:solidFill>
                <a:latin typeface="+mn-ea"/>
                <a:ea typeface="+mn-ea"/>
                <a:cs typeface="MiSans Demibold" panose="00000700000000000000" charset="-122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ea"/>
                <a:ea typeface="+mn-ea"/>
                <a:cs typeface="MiSans Demibold" panose="00000700000000000000" charset="-122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ea"/>
                <a:ea typeface="+mn-ea"/>
                <a:cs typeface="MiSans Demibold" panose="00000700000000000000" charset="-122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ea"/>
                <a:ea typeface="+mn-ea"/>
                <a:cs typeface="MiSans Demibold" panose="00000700000000000000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mtClean="0">
                <a:latin typeface="WPS灵秀黑" charset="-122"/>
                <a:ea typeface="WPS灵秀黑" charset="-122"/>
              </a:rPr>
              <a:t> </a:t>
            </a:r>
            <a:endParaRPr lang="zh-CN" altLang="en-US">
              <a:latin typeface="WPS灵秀黑" charset="-122"/>
              <a:ea typeface="WPS灵秀黑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351608" y="4015293"/>
            <a:ext cx="185758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 smtClean="0"/>
              <a:t>Solution</a:t>
            </a:r>
            <a:endParaRPr lang="zh-CN" altLang="en-US" sz="2400" dirty="0">
              <a:latin typeface="WPS灵秀黑" charset="-122"/>
              <a:ea typeface="WPS灵秀黑" charset="-122"/>
            </a:endParaRPr>
          </a:p>
        </p:txBody>
      </p:sp>
      <p:sp>
        <p:nvSpPr>
          <p:cNvPr id="13" name="文本占位符 4"/>
          <p:cNvSpPr txBox="1">
            <a:spLocks/>
          </p:cNvSpPr>
          <p:nvPr>
            <p:custDataLst>
              <p:tags r:id="rId7"/>
            </p:custDataLst>
          </p:nvPr>
        </p:nvSpPr>
        <p:spPr>
          <a:xfrm>
            <a:off x="817685" y="4922085"/>
            <a:ext cx="9451730" cy="164939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b="0" kern="1200" spc="0">
                <a:solidFill>
                  <a:schemeClr val="tx1"/>
                </a:solidFill>
                <a:latin typeface="+mn-ea"/>
                <a:ea typeface="+mn-ea"/>
                <a:cs typeface="MiSans Demibold" panose="00000700000000000000" charset="-122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b="0" kern="1200">
                <a:solidFill>
                  <a:schemeClr val="tx1"/>
                </a:solidFill>
                <a:latin typeface="+mn-ea"/>
                <a:ea typeface="+mn-ea"/>
                <a:cs typeface="MiSans Demibold" panose="00000700000000000000" charset="-122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kern="1200">
                <a:solidFill>
                  <a:schemeClr val="tx1"/>
                </a:solidFill>
                <a:latin typeface="+mn-ea"/>
                <a:ea typeface="+mn-ea"/>
                <a:cs typeface="MiSans Demibold" panose="00000700000000000000" charset="-122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kern="1200">
                <a:solidFill>
                  <a:schemeClr val="tx1"/>
                </a:solidFill>
                <a:latin typeface="+mn-ea"/>
                <a:ea typeface="+mn-ea"/>
                <a:cs typeface="MiSans Demibold" panose="00000700000000000000" charset="-122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kern="1200">
                <a:solidFill>
                  <a:schemeClr val="tx1"/>
                </a:solidFill>
                <a:latin typeface="+mn-ea"/>
                <a:ea typeface="+mn-ea"/>
                <a:cs typeface="MiSans Demibold" panose="00000700000000000000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smtClean="0"/>
              <a:t> To address </a:t>
            </a:r>
            <a:r>
              <a:rPr lang="en-GB" dirty="0"/>
              <a:t>these challenges, this project introduces a unified monitoring platform. It brings together metrics, logs, and traces from hybrid environments and </a:t>
            </a:r>
            <a:r>
              <a:rPr lang="en-GB" dirty="0" err="1"/>
              <a:t>analyzes</a:t>
            </a:r>
            <a:r>
              <a:rPr lang="en-GB" dirty="0"/>
              <a:t> them to identify issues early. By predicting problems and fixing them automatically, the platform reduces manual work, improves system reliability, and continuously monitors SLA compliance.</a:t>
            </a:r>
            <a:endParaRPr lang="zh-CN" altLang="en-US" dirty="0">
              <a:latin typeface="WPS灵秀黑" charset="-122"/>
              <a:ea typeface="WPS灵秀黑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20536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04 Core  </a:t>
            </a:r>
            <a:r>
              <a:rPr lang="en-GB" dirty="0" err="1" smtClean="0"/>
              <a:t>AIOps</a:t>
            </a:r>
            <a:r>
              <a:rPr lang="en-GB" dirty="0" smtClean="0"/>
              <a:t> </a:t>
            </a:r>
            <a:r>
              <a:rPr lang="en-GB" dirty="0"/>
              <a:t>Platform Capabilities</a:t>
            </a:r>
            <a:endParaRPr lang="zh-CN" altLang="en-US" dirty="0">
              <a:latin typeface="WPS灵秀黑" charset="-122"/>
              <a:ea typeface="WPS灵秀黑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6386"/>
            <p:custDataLst>
              <p:tags r:id="rId3"/>
            </p:custDataLst>
          </p:nvPr>
        </p:nvSpPr>
        <p:spPr>
          <a:xfrm>
            <a:off x="1300011" y="4230242"/>
            <a:ext cx="4413740" cy="406400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WPS灵秀黑" charset="-122"/>
                <a:ea typeface="WPS灵秀黑" charset="-122"/>
              </a:rPr>
              <a:t>Machine Learning Integration</a:t>
            </a:r>
          </a:p>
        </p:txBody>
      </p:sp>
      <p:sp>
        <p:nvSpPr>
          <p:cNvPr id="4" name="装饰  2"/>
          <p:cNvSpPr>
            <a:spLocks noGrp="1"/>
          </p:cNvSpPr>
          <p:nvPr>
            <p:ph type="body" idx="16390"/>
            <p:custDataLst>
              <p:tags r:id="rId4"/>
            </p:custDataLst>
          </p:nvPr>
        </p:nvSpPr>
        <p:spPr>
          <a:xfrm>
            <a:off x="609600" y="2191238"/>
            <a:ext cx="5334000" cy="1642208"/>
          </a:xfrm>
        </p:spPr>
        <p:txBody>
          <a:bodyPr/>
          <a:lstStyle/>
          <a:p>
            <a:r>
              <a:rPr lang="zh-CN" altLang="en-US">
                <a:latin typeface="WPS灵秀黑" charset="-122"/>
                <a:ea typeface="WPS灵秀黑" charset="-122"/>
              </a:rPr>
              <a:t> 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idx="16388"/>
            <p:custDataLst>
              <p:tags r:id="rId5"/>
            </p:custDataLst>
          </p:nvPr>
        </p:nvSpPr>
        <p:spPr>
          <a:xfrm>
            <a:off x="6248400" y="1600200"/>
            <a:ext cx="5334000" cy="406400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WPS灵秀黑" charset="-122"/>
                <a:ea typeface="WPS灵秀黑" charset="-122"/>
              </a:rPr>
              <a:t>Automation Capabilities</a:t>
            </a:r>
          </a:p>
        </p:txBody>
      </p:sp>
      <p:sp>
        <p:nvSpPr>
          <p:cNvPr id="7" name="装饰  5"/>
          <p:cNvSpPr>
            <a:spLocks noGrp="1"/>
          </p:cNvSpPr>
          <p:nvPr>
            <p:ph type="body" idx="16391"/>
            <p:custDataLst>
              <p:tags r:id="rId6"/>
            </p:custDataLst>
          </p:nvPr>
        </p:nvSpPr>
        <p:spPr>
          <a:xfrm>
            <a:off x="6248400" y="2191238"/>
            <a:ext cx="5334000" cy="1642208"/>
          </a:xfrm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r>
              <a:rPr lang="zh-CN" altLang="en-US" dirty="0">
                <a:latin typeface="WPS灵秀黑" charset="-122"/>
                <a:ea typeface="WPS灵秀黑" charset="-122"/>
              </a:rPr>
              <a:t> 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idx="16389"/>
            <p:custDataLst>
              <p:tags r:id="rId7"/>
            </p:custDataLst>
          </p:nvPr>
        </p:nvSpPr>
        <p:spPr>
          <a:xfrm>
            <a:off x="6509239" y="2402742"/>
            <a:ext cx="4724400" cy="1219200"/>
          </a:xfrm>
        </p:spPr>
        <p:txBody>
          <a:bodyPr>
            <a:normAutofit/>
          </a:bodyPr>
          <a:lstStyle/>
          <a:p>
            <a:r>
              <a:rPr lang="en-GB" dirty="0"/>
              <a:t>Implement automation tools to automate routine tasks such as alert triage and issue resolution, reducing manual effort and improving mean time to response (MTTR)</a:t>
            </a:r>
            <a:endParaRPr lang="zh-CN" altLang="en-US" dirty="0">
              <a:latin typeface="WPS灵秀黑" charset="-122"/>
              <a:ea typeface="WPS灵秀黑" charset="-122"/>
            </a:endParaRPr>
          </a:p>
        </p:txBody>
      </p:sp>
      <p:sp>
        <p:nvSpPr>
          <p:cNvPr id="9" name="装饰  2"/>
          <p:cNvSpPr txBox="1">
            <a:spLocks/>
          </p:cNvSpPr>
          <p:nvPr>
            <p:custDataLst>
              <p:tags r:id="rId8"/>
            </p:custDataLst>
          </p:nvPr>
        </p:nvSpPr>
        <p:spPr>
          <a:xfrm>
            <a:off x="662355" y="4822926"/>
            <a:ext cx="5334000" cy="1642208"/>
          </a:xfrm>
          <a:custGeom>
            <a:avLst/>
            <a:gdLst>
              <a:gd name="connisteX0" fmla="*/ 0 w 5334000"/>
              <a:gd name="connsiteY0" fmla="*/ 203200 h 2946400"/>
              <a:gd name="connisteX1" fmla="*/ 203200 w 5334000"/>
              <a:gd name="connsiteY1" fmla="*/ 0 h 2946400"/>
              <a:gd name="connisteX2" fmla="*/ 5130800 w 5334000"/>
              <a:gd name="connsiteY2" fmla="*/ 0 h 2946400"/>
              <a:gd name="connisteX3" fmla="*/ 5334000 w 5334000"/>
              <a:gd name="connsiteY3" fmla="*/ 203200 h 2946400"/>
              <a:gd name="connisteX4" fmla="*/ 5334000 w 5334000"/>
              <a:gd name="connsiteY4" fmla="*/ 2743200 h 2946400"/>
              <a:gd name="connisteX5" fmla="*/ 5130800 w 5334000"/>
              <a:gd name="connsiteY5" fmla="*/ 2946400 h 2946400"/>
              <a:gd name="connisteX6" fmla="*/ 203200 w 5334000"/>
              <a:gd name="connsiteY6" fmla="*/ 2946400 h 2946400"/>
              <a:gd name="connisteX7" fmla="*/ 0 w 5334000"/>
              <a:gd name="connsiteY7" fmla="*/ 2743200 h 2946400"/>
              <a:gd name="connisteX8" fmla="*/ 0 w 5334000"/>
              <a:gd name="connsiteY8" fmla="*/ 203200 h 2946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334000" h="2946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743200"/>
                </a:lnTo>
                <a:cubicBezTo>
                  <a:pt x="5334000" y="2855424"/>
                  <a:pt x="5243024" y="2946400"/>
                  <a:pt x="5130800" y="2946400"/>
                </a:cubicBezTo>
                <a:lnTo>
                  <a:pt x="203200" y="2946400"/>
                </a:lnTo>
                <a:cubicBezTo>
                  <a:pt x="90976" y="2946400"/>
                  <a:pt x="0" y="2855424"/>
                  <a:pt x="0" y="27432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bg2">
              <a:lumMod val="90000"/>
              <a:lumOff val="1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 vert="horz" wrap="squar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kern="1200">
                <a:solidFill>
                  <a:schemeClr val="tx1"/>
                </a:solidFill>
                <a:latin typeface="+mn-ea"/>
                <a:ea typeface="+mn-ea"/>
                <a:cs typeface="MiSans Demibold" panose="00000700000000000000" charset="-122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kern="1200">
                <a:solidFill>
                  <a:schemeClr val="tx1"/>
                </a:solidFill>
                <a:latin typeface="+mn-ea"/>
                <a:ea typeface="+mn-ea"/>
                <a:cs typeface="MiSans Demibold" panose="00000700000000000000" charset="-122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ea"/>
                <a:ea typeface="+mn-ea"/>
                <a:cs typeface="MiSans Demibold" panose="00000700000000000000" charset="-122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ea"/>
                <a:ea typeface="+mn-ea"/>
                <a:cs typeface="MiSans Demibold" panose="00000700000000000000" charset="-122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ea"/>
                <a:ea typeface="+mn-ea"/>
                <a:cs typeface="MiSans Demibold" panose="00000700000000000000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mtClean="0">
                <a:latin typeface="WPS灵秀黑" charset="-122"/>
                <a:ea typeface="WPS灵秀黑" charset="-122"/>
              </a:rPr>
              <a:t> </a:t>
            </a:r>
            <a:endParaRPr lang="zh-CN" altLang="en-US">
              <a:latin typeface="WPS灵秀黑" charset="-122"/>
              <a:ea typeface="WPS灵秀黑" charset="-122"/>
            </a:endParaRPr>
          </a:p>
        </p:txBody>
      </p:sp>
      <p:sp>
        <p:nvSpPr>
          <p:cNvPr id="10" name="装饰  2"/>
          <p:cNvSpPr txBox="1">
            <a:spLocks/>
          </p:cNvSpPr>
          <p:nvPr>
            <p:custDataLst>
              <p:tags r:id="rId9"/>
            </p:custDataLst>
          </p:nvPr>
        </p:nvSpPr>
        <p:spPr>
          <a:xfrm>
            <a:off x="6248400" y="4778619"/>
            <a:ext cx="5334000" cy="1642208"/>
          </a:xfrm>
          <a:custGeom>
            <a:avLst/>
            <a:gdLst>
              <a:gd name="connisteX0" fmla="*/ 0 w 5334000"/>
              <a:gd name="connsiteY0" fmla="*/ 203200 h 2946400"/>
              <a:gd name="connisteX1" fmla="*/ 203200 w 5334000"/>
              <a:gd name="connsiteY1" fmla="*/ 0 h 2946400"/>
              <a:gd name="connisteX2" fmla="*/ 5130800 w 5334000"/>
              <a:gd name="connsiteY2" fmla="*/ 0 h 2946400"/>
              <a:gd name="connisteX3" fmla="*/ 5334000 w 5334000"/>
              <a:gd name="connsiteY3" fmla="*/ 203200 h 2946400"/>
              <a:gd name="connisteX4" fmla="*/ 5334000 w 5334000"/>
              <a:gd name="connsiteY4" fmla="*/ 2743200 h 2946400"/>
              <a:gd name="connisteX5" fmla="*/ 5130800 w 5334000"/>
              <a:gd name="connsiteY5" fmla="*/ 2946400 h 2946400"/>
              <a:gd name="connisteX6" fmla="*/ 203200 w 5334000"/>
              <a:gd name="connsiteY6" fmla="*/ 2946400 h 2946400"/>
              <a:gd name="connisteX7" fmla="*/ 0 w 5334000"/>
              <a:gd name="connsiteY7" fmla="*/ 2743200 h 2946400"/>
              <a:gd name="connisteX8" fmla="*/ 0 w 5334000"/>
              <a:gd name="connsiteY8" fmla="*/ 203200 h 2946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334000" h="2946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743200"/>
                </a:lnTo>
                <a:cubicBezTo>
                  <a:pt x="5334000" y="2855424"/>
                  <a:pt x="5243024" y="2946400"/>
                  <a:pt x="5130800" y="2946400"/>
                </a:cubicBezTo>
                <a:lnTo>
                  <a:pt x="203200" y="2946400"/>
                </a:lnTo>
                <a:cubicBezTo>
                  <a:pt x="90976" y="2946400"/>
                  <a:pt x="0" y="2855424"/>
                  <a:pt x="0" y="27432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 vert="horz" wrap="squar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kern="1200">
                <a:solidFill>
                  <a:schemeClr val="tx1"/>
                </a:solidFill>
                <a:latin typeface="+mn-ea"/>
                <a:ea typeface="+mn-ea"/>
                <a:cs typeface="MiSans Demibold" panose="00000700000000000000" charset="-122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kern="1200">
                <a:solidFill>
                  <a:schemeClr val="tx1"/>
                </a:solidFill>
                <a:latin typeface="+mn-ea"/>
                <a:ea typeface="+mn-ea"/>
                <a:cs typeface="MiSans Demibold" panose="00000700000000000000" charset="-122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ea"/>
                <a:ea typeface="+mn-ea"/>
                <a:cs typeface="MiSans Demibold" panose="00000700000000000000" charset="-122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ea"/>
                <a:ea typeface="+mn-ea"/>
                <a:cs typeface="MiSans Demibold" panose="00000700000000000000" charset="-122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ea"/>
                <a:ea typeface="+mn-ea"/>
                <a:cs typeface="MiSans Demibold" panose="00000700000000000000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mtClean="0">
                <a:latin typeface="WPS灵秀黑" charset="-122"/>
                <a:ea typeface="WPS灵秀黑" charset="-122"/>
              </a:rPr>
              <a:t> </a:t>
            </a:r>
            <a:endParaRPr lang="zh-CN" altLang="en-US">
              <a:latin typeface="WPS灵秀黑" charset="-122"/>
              <a:ea typeface="WPS灵秀黑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010059" y="1563609"/>
            <a:ext cx="43396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 smtClean="0">
                <a:latin typeface="WPS灵秀黑" charset="-122"/>
                <a:ea typeface="WPS灵秀黑" charset="-122"/>
              </a:rPr>
              <a:t> </a:t>
            </a:r>
            <a:r>
              <a:rPr lang="zh-CN" altLang="en-US" sz="2400" dirty="0" smtClean="0">
                <a:latin typeface="WPS灵秀黑" charset="-122"/>
                <a:ea typeface="WPS灵秀黑" charset="-122"/>
              </a:rPr>
              <a:t>F</a:t>
            </a:r>
            <a:r>
              <a:rPr lang="zh-CN" altLang="en-US" sz="2400" dirty="0">
                <a:latin typeface="WPS灵秀黑" charset="-122"/>
                <a:ea typeface="WPS灵秀黑" charset="-122"/>
              </a:rPr>
              <a:t>ull-Stack Observabilit</a:t>
            </a:r>
            <a:r>
              <a:rPr lang="zh-CN" altLang="en-US" sz="2400" dirty="0" smtClean="0">
                <a:latin typeface="WPS灵秀黑" charset="-122"/>
                <a:ea typeface="WPS灵秀黑" charset="-122"/>
              </a:rPr>
              <a:t>y </a:t>
            </a:r>
            <a:endParaRPr lang="zh-CN" altLang="en-US" sz="2400" dirty="0">
              <a:latin typeface="WPS灵秀黑" charset="-122"/>
              <a:ea typeface="WPS灵秀黑" charset="-122"/>
            </a:endParaRPr>
          </a:p>
        </p:txBody>
      </p:sp>
      <p:sp>
        <p:nvSpPr>
          <p:cNvPr id="12" name="文本占位符 5"/>
          <p:cNvSpPr txBox="1">
            <a:spLocks/>
          </p:cNvSpPr>
          <p:nvPr>
            <p:custDataLst>
              <p:tags r:id="rId10"/>
            </p:custDataLst>
          </p:nvPr>
        </p:nvSpPr>
        <p:spPr>
          <a:xfrm>
            <a:off x="7139352" y="4157003"/>
            <a:ext cx="3604848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kern="1200" spc="0">
                <a:solidFill>
                  <a:schemeClr val="tx1"/>
                </a:solidFill>
                <a:latin typeface="+mn-ea"/>
                <a:ea typeface="+mn-ea"/>
                <a:cs typeface="MiSans Demibold" panose="00000700000000000000" charset="-122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b="0" kern="1200">
                <a:solidFill>
                  <a:schemeClr val="tx1"/>
                </a:solidFill>
                <a:latin typeface="+mn-ea"/>
                <a:ea typeface="+mn-ea"/>
                <a:cs typeface="MiSans Demibold" panose="00000700000000000000" charset="-122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kern="1200">
                <a:solidFill>
                  <a:schemeClr val="tx1"/>
                </a:solidFill>
                <a:latin typeface="+mn-ea"/>
                <a:ea typeface="+mn-ea"/>
                <a:cs typeface="MiSans Demibold" panose="00000700000000000000" charset="-122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kern="1200">
                <a:solidFill>
                  <a:schemeClr val="tx1"/>
                </a:solidFill>
                <a:latin typeface="+mn-ea"/>
                <a:ea typeface="+mn-ea"/>
                <a:cs typeface="MiSans Demibold" panose="00000700000000000000" charset="-122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kern="1200">
                <a:solidFill>
                  <a:schemeClr val="tx1"/>
                </a:solidFill>
                <a:latin typeface="+mn-ea"/>
                <a:ea typeface="+mn-ea"/>
                <a:cs typeface="MiSans Demibold" panose="00000700000000000000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 smtClean="0">
                <a:latin typeface="WPS灵秀黑" charset="-122"/>
                <a:ea typeface="WPS灵秀黑" charset="-122"/>
              </a:rPr>
              <a:t>Unified </a:t>
            </a:r>
            <a:r>
              <a:rPr lang="zh-CN" altLang="en-US" dirty="0" smtClean="0">
                <a:latin typeface="WPS灵秀黑" charset="-122"/>
                <a:ea typeface="WPS灵秀黑" charset="-122"/>
              </a:rPr>
              <a:t>AIOps Platform</a:t>
            </a:r>
            <a:endParaRPr lang="zh-CN" altLang="en-US" dirty="0">
              <a:latin typeface="WPS灵秀黑" charset="-122"/>
              <a:ea typeface="WPS灵秀黑" charset="-122"/>
            </a:endParaRPr>
          </a:p>
        </p:txBody>
      </p:sp>
      <p:sp>
        <p:nvSpPr>
          <p:cNvPr id="13" name="文本占位符 4"/>
          <p:cNvSpPr txBox="1">
            <a:spLocks/>
          </p:cNvSpPr>
          <p:nvPr>
            <p:custDataLst>
              <p:tags r:id="rId11"/>
            </p:custDataLst>
          </p:nvPr>
        </p:nvSpPr>
        <p:spPr>
          <a:xfrm>
            <a:off x="870440" y="2410640"/>
            <a:ext cx="5125915" cy="152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b="0" kern="1200" spc="0">
                <a:solidFill>
                  <a:schemeClr val="tx1"/>
                </a:solidFill>
                <a:latin typeface="+mn-ea"/>
                <a:ea typeface="+mn-ea"/>
                <a:cs typeface="MiSans Demibold" panose="00000700000000000000" charset="-122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b="0" kern="1200">
                <a:solidFill>
                  <a:schemeClr val="tx1"/>
                </a:solidFill>
                <a:latin typeface="+mn-ea"/>
                <a:ea typeface="+mn-ea"/>
                <a:cs typeface="MiSans Demibold" panose="00000700000000000000" charset="-122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kern="1200">
                <a:solidFill>
                  <a:schemeClr val="tx1"/>
                </a:solidFill>
                <a:latin typeface="+mn-ea"/>
                <a:ea typeface="+mn-ea"/>
                <a:cs typeface="MiSans Demibold" panose="00000700000000000000" charset="-122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kern="1200">
                <a:solidFill>
                  <a:schemeClr val="tx1"/>
                </a:solidFill>
                <a:latin typeface="+mn-ea"/>
                <a:ea typeface="+mn-ea"/>
                <a:cs typeface="MiSans Demibold" panose="00000700000000000000" charset="-122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kern="1200">
                <a:solidFill>
                  <a:schemeClr val="tx1"/>
                </a:solidFill>
                <a:latin typeface="+mn-ea"/>
                <a:ea typeface="+mn-ea"/>
                <a:cs typeface="MiSans Demibold" panose="00000700000000000000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 smtClean="0">
                <a:latin typeface="WPS灵秀黑" charset="-122"/>
                <a:ea typeface="WPS灵秀黑" charset="-122"/>
              </a:rPr>
              <a:t>Unify data collection across applications, networks, and cloud resources to provide end-to-end visibility into hybrid infrastructure performance.</a:t>
            </a:r>
            <a:endParaRPr lang="zh-CN" altLang="en-US" dirty="0">
              <a:latin typeface="WPS灵秀黑" charset="-122"/>
              <a:ea typeface="WPS灵秀黑" charset="-122"/>
            </a:endParaRPr>
          </a:p>
        </p:txBody>
      </p:sp>
      <p:sp>
        <p:nvSpPr>
          <p:cNvPr id="14" name="文本占位符 6"/>
          <p:cNvSpPr txBox="1">
            <a:spLocks/>
          </p:cNvSpPr>
          <p:nvPr>
            <p:custDataLst>
              <p:tags r:id="rId12"/>
            </p:custDataLst>
          </p:nvPr>
        </p:nvSpPr>
        <p:spPr>
          <a:xfrm>
            <a:off x="6509239" y="4914900"/>
            <a:ext cx="5181600" cy="152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b="0" kern="1200" spc="0">
                <a:solidFill>
                  <a:schemeClr val="tx1"/>
                </a:solidFill>
                <a:latin typeface="+mn-ea"/>
                <a:ea typeface="+mn-ea"/>
                <a:cs typeface="MiSans Demibold" panose="00000700000000000000" charset="-122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b="0" kern="1200">
                <a:solidFill>
                  <a:schemeClr val="tx1"/>
                </a:solidFill>
                <a:latin typeface="+mn-ea"/>
                <a:ea typeface="+mn-ea"/>
                <a:cs typeface="MiSans Demibold" panose="00000700000000000000" charset="-122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kern="1200">
                <a:solidFill>
                  <a:schemeClr val="tx1"/>
                </a:solidFill>
                <a:latin typeface="+mn-ea"/>
                <a:ea typeface="+mn-ea"/>
                <a:cs typeface="MiSans Demibold" panose="00000700000000000000" charset="-122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kern="1200">
                <a:solidFill>
                  <a:schemeClr val="tx1"/>
                </a:solidFill>
                <a:latin typeface="+mn-ea"/>
                <a:ea typeface="+mn-ea"/>
                <a:cs typeface="MiSans Demibold" panose="00000700000000000000" charset="-122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kern="1200">
                <a:solidFill>
                  <a:schemeClr val="tx1"/>
                </a:solidFill>
                <a:latin typeface="+mn-ea"/>
                <a:ea typeface="+mn-ea"/>
                <a:cs typeface="MiSans Demibold" panose="00000700000000000000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 smtClean="0">
                <a:latin typeface="WPS灵秀黑" charset="-122"/>
                <a:ea typeface="WPS灵秀黑" charset="-122"/>
              </a:rPr>
              <a:t>Combine intelligent monitoring, predictive maintenance, and automated remediation into a </a:t>
            </a:r>
            <a:r>
              <a:rPr lang="en-US" altLang="zh-CN" dirty="0" smtClean="0">
                <a:latin typeface="WPS灵秀黑" charset="-122"/>
                <a:ea typeface="WPS灵秀黑" charset="-122"/>
              </a:rPr>
              <a:t>single </a:t>
            </a:r>
            <a:r>
              <a:rPr lang="zh-CN" altLang="en-US" dirty="0" smtClean="0">
                <a:latin typeface="WPS灵秀黑" charset="-122"/>
                <a:ea typeface="WPS灵秀黑" charset="-122"/>
              </a:rPr>
              <a:t>AIOps platform, </a:t>
            </a:r>
            <a:r>
              <a:rPr lang="en-US" altLang="zh-CN" dirty="0" smtClean="0">
                <a:latin typeface="WPS灵秀黑" charset="-122"/>
                <a:ea typeface="WPS灵秀黑" charset="-122"/>
              </a:rPr>
              <a:t>improve </a:t>
            </a:r>
            <a:r>
              <a:rPr lang="zh-CN" altLang="en-US" dirty="0" smtClean="0">
                <a:latin typeface="WPS灵秀黑" charset="-122"/>
                <a:ea typeface="WPS灵秀黑" charset="-122"/>
              </a:rPr>
              <a:t>infrastructure management efficiency.</a:t>
            </a:r>
            <a:endParaRPr lang="zh-CN" altLang="en-US" dirty="0">
              <a:latin typeface="WPS灵秀黑" charset="-122"/>
              <a:ea typeface="WPS灵秀黑" charset="-122"/>
            </a:endParaRPr>
          </a:p>
        </p:txBody>
      </p:sp>
      <p:sp>
        <p:nvSpPr>
          <p:cNvPr id="15" name="文本占位符 4"/>
          <p:cNvSpPr txBox="1">
            <a:spLocks/>
          </p:cNvSpPr>
          <p:nvPr>
            <p:custDataLst>
              <p:tags r:id="rId13"/>
            </p:custDataLst>
          </p:nvPr>
        </p:nvSpPr>
        <p:spPr>
          <a:xfrm>
            <a:off x="817684" y="4973360"/>
            <a:ext cx="47244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b="0" kern="1200" spc="0">
                <a:solidFill>
                  <a:schemeClr val="tx1"/>
                </a:solidFill>
                <a:latin typeface="+mn-ea"/>
                <a:ea typeface="+mn-ea"/>
                <a:cs typeface="MiSans Demibold" panose="00000700000000000000" charset="-122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b="0" kern="1200">
                <a:solidFill>
                  <a:schemeClr val="tx1"/>
                </a:solidFill>
                <a:latin typeface="+mn-ea"/>
                <a:ea typeface="+mn-ea"/>
                <a:cs typeface="MiSans Demibold" panose="00000700000000000000" charset="-122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kern="1200">
                <a:solidFill>
                  <a:schemeClr val="tx1"/>
                </a:solidFill>
                <a:latin typeface="+mn-ea"/>
                <a:ea typeface="+mn-ea"/>
                <a:cs typeface="MiSans Demibold" panose="00000700000000000000" charset="-122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kern="1200">
                <a:solidFill>
                  <a:schemeClr val="tx1"/>
                </a:solidFill>
                <a:latin typeface="+mn-ea"/>
                <a:ea typeface="+mn-ea"/>
                <a:cs typeface="MiSans Demibold" panose="00000700000000000000" charset="-122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kern="1200">
                <a:solidFill>
                  <a:schemeClr val="tx1"/>
                </a:solidFill>
                <a:latin typeface="+mn-ea"/>
                <a:ea typeface="+mn-ea"/>
                <a:cs typeface="MiSans Demibold" panose="00000700000000000000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 smtClean="0">
                <a:latin typeface="WPS灵秀黑" charset="-122"/>
                <a:ea typeface="WPS灵秀黑" charset="-122"/>
              </a:rPr>
              <a:t>Implement </a:t>
            </a:r>
            <a:r>
              <a:rPr lang="zh-CN" altLang="en-US" dirty="0" smtClean="0">
                <a:latin typeface="WPS灵秀黑" charset="-122"/>
                <a:ea typeface="WPS灵秀黑" charset="-122"/>
              </a:rPr>
              <a:t>ML algorithms to analyze infrastructure data, enabling pattern recognition and intelligent decision-making for the AIOps platform.</a:t>
            </a:r>
            <a:endParaRPr lang="zh-CN" altLang="en-US" dirty="0">
              <a:latin typeface="WPS灵秀黑" charset="-122"/>
              <a:ea typeface="WPS灵秀黑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97444" y="1628640"/>
            <a:ext cx="530900" cy="375920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01</a:t>
            </a:r>
            <a:endParaRPr lang="en-GB" sz="2400" b="1" dirty="0"/>
          </a:p>
        </p:txBody>
      </p:sp>
      <p:sp>
        <p:nvSpPr>
          <p:cNvPr id="19" name="Rounded Rectangle 18"/>
          <p:cNvSpPr/>
          <p:nvPr/>
        </p:nvSpPr>
        <p:spPr>
          <a:xfrm>
            <a:off x="6509239" y="1628640"/>
            <a:ext cx="530900" cy="375920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03</a:t>
            </a:r>
            <a:endParaRPr lang="en-GB" sz="2400" b="1" dirty="0"/>
          </a:p>
        </p:txBody>
      </p:sp>
      <p:sp>
        <p:nvSpPr>
          <p:cNvPr id="20" name="Rounded Rectangle 19"/>
          <p:cNvSpPr/>
          <p:nvPr/>
        </p:nvSpPr>
        <p:spPr>
          <a:xfrm>
            <a:off x="696274" y="4230242"/>
            <a:ext cx="530900" cy="375920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02</a:t>
            </a:r>
            <a:endParaRPr lang="en-GB" sz="2400" b="1" dirty="0"/>
          </a:p>
        </p:txBody>
      </p:sp>
      <p:sp>
        <p:nvSpPr>
          <p:cNvPr id="21" name="Rounded Rectangle 20"/>
          <p:cNvSpPr/>
          <p:nvPr/>
        </p:nvSpPr>
        <p:spPr>
          <a:xfrm>
            <a:off x="6509239" y="4127109"/>
            <a:ext cx="530900" cy="375920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04</a:t>
            </a:r>
            <a:endParaRPr lang="en-GB" sz="24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35420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16388"/>
            <p:custDataLst>
              <p:tags r:id="rId2"/>
            </p:custDataLst>
          </p:nvPr>
        </p:nvSpPr>
        <p:spPr>
          <a:xfrm>
            <a:off x="4823884" y="3530600"/>
            <a:ext cx="6122540" cy="1524000"/>
          </a:xfrm>
        </p:spPr>
        <p:txBody>
          <a:bodyPr>
            <a:normAutofit/>
          </a:bodyPr>
          <a:lstStyle/>
          <a:p>
            <a:r>
              <a:rPr lang="en-US" altLang="zh-CN" dirty="0" err="1" smtClean="0">
                <a:latin typeface="WPS灵秀黑" charset="-122"/>
                <a:ea typeface="WPS灵秀黑" charset="-122"/>
              </a:rPr>
              <a:t>AIOps</a:t>
            </a:r>
            <a:r>
              <a:rPr lang="en-US" altLang="zh-CN" dirty="0" smtClean="0">
                <a:latin typeface="WPS灵秀黑" charset="-122"/>
                <a:ea typeface="WPS灵秀黑" charset="-122"/>
              </a:rPr>
              <a:t>  Architecture &amp; Implementation </a:t>
            </a:r>
            <a:endParaRPr lang="zh-CN" altLang="en-US" dirty="0">
              <a:latin typeface="WPS灵秀黑" charset="-122"/>
              <a:ea typeface="WPS灵秀黑" charset="-122"/>
            </a:endParaRPr>
          </a:p>
        </p:txBody>
      </p:sp>
      <p:sp>
        <p:nvSpPr>
          <p:cNvPr id="3" name="文本占位符 7"/>
          <p:cNvSpPr>
            <a:spLocks noGrp="1"/>
          </p:cNvSpPr>
          <p:nvPr>
            <p:ph type="body" sz="quarter" idx="16389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altLang="en-US" dirty="0" smtClean="0">
                <a:latin typeface="WPS灵秀黑" charset="-122"/>
                <a:ea typeface="WPS灵秀黑" charset="-122"/>
              </a:rPr>
              <a:t>05</a:t>
            </a:r>
            <a:endParaRPr lang="en-US" altLang="en-US" dirty="0">
              <a:latin typeface="WPS灵秀黑" charset="-122"/>
              <a:ea typeface="WPS灵秀黑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WPS灵秀黑" charset="-122"/>
                <a:ea typeface="WPS灵秀黑" charset="-122"/>
              </a:rPr>
              <a:t>AIOps </a:t>
            </a:r>
            <a:r>
              <a:rPr lang="zh-CN" altLang="en-US" dirty="0" smtClean="0">
                <a:latin typeface="WPS灵秀黑" charset="-122"/>
                <a:ea typeface="WPS灵秀黑" charset="-122"/>
              </a:rPr>
              <a:t> </a:t>
            </a:r>
            <a:r>
              <a:rPr lang="en-US" altLang="zh-CN" dirty="0" smtClean="0">
                <a:latin typeface="WPS灵秀黑" charset="-122"/>
                <a:ea typeface="WPS灵秀黑" charset="-122"/>
              </a:rPr>
              <a:t>Architecture for</a:t>
            </a:r>
            <a:r>
              <a:rPr lang="zh-CN" altLang="en-US" dirty="0" smtClean="0">
                <a:latin typeface="WPS灵秀黑" charset="-122"/>
                <a:ea typeface="WPS灵秀黑" charset="-122"/>
              </a:rPr>
              <a:t> </a:t>
            </a:r>
            <a:r>
              <a:rPr lang="zh-CN" altLang="en-US" dirty="0">
                <a:latin typeface="WPS灵秀黑" charset="-122"/>
                <a:ea typeface="WPS灵秀黑" charset="-122"/>
              </a:rPr>
              <a:t>Intelligent Monitoring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652954"/>
            <a:ext cx="12192000" cy="5205046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>
          <a:xfrm>
            <a:off x="609598" y="317622"/>
            <a:ext cx="11049001" cy="1098550"/>
          </a:xfrm>
        </p:spPr>
        <p:txBody>
          <a:bodyPr>
            <a:noAutofit/>
          </a:bodyPr>
          <a:lstStyle/>
          <a:p>
            <a:r>
              <a:rPr lang="en-GB" dirty="0" smtClean="0"/>
              <a:t>Layer </a:t>
            </a:r>
            <a:r>
              <a:rPr lang="en-GB" dirty="0"/>
              <a:t>1: Hybrid Cloud Integration </a:t>
            </a:r>
            <a:r>
              <a:rPr lang="en-GB" dirty="0" smtClean="0"/>
              <a:t>&amp; Data Sources</a:t>
            </a:r>
            <a:endParaRPr lang="zh-CN" altLang="en-US" dirty="0">
              <a:latin typeface="WPS灵秀黑" charset="-122"/>
              <a:ea typeface="WPS灵秀黑" charset="-122"/>
            </a:endParaRPr>
          </a:p>
        </p:txBody>
      </p:sp>
      <p:sp>
        <p:nvSpPr>
          <p:cNvPr id="3" name="装饰  1"/>
          <p:cNvSpPr>
            <a:spLocks noGrp="1"/>
          </p:cNvSpPr>
          <p:nvPr>
            <p:ph type="body" idx="16390"/>
            <p:custDataLst>
              <p:tags r:id="rId3"/>
            </p:custDataLst>
          </p:nvPr>
        </p:nvSpPr>
        <p:spPr>
          <a:xfrm>
            <a:off x="609599" y="1524000"/>
            <a:ext cx="10837986" cy="2209800"/>
          </a:xfrm>
        </p:spPr>
        <p:txBody>
          <a:bodyPr/>
          <a:lstStyle/>
          <a:p>
            <a:r>
              <a:rPr lang="zh-CN" altLang="en-US" dirty="0">
                <a:latin typeface="WPS灵秀黑" charset="-122"/>
                <a:ea typeface="WPS灵秀黑" charset="-122"/>
              </a:rPr>
              <a:t> 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WPS灵秀黑" charset="-122"/>
                <a:ea typeface="WPS灵秀黑" charset="-122"/>
              </a:rPr>
              <a:t>Unified Monitoring Across On-Premises, Cloud &amp; Edge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>
          <a:xfrm>
            <a:off x="914400" y="2514356"/>
            <a:ext cx="9979269" cy="1039446"/>
          </a:xfrm>
        </p:spPr>
        <p:txBody>
          <a:bodyPr>
            <a:normAutofit/>
          </a:bodyPr>
          <a:lstStyle/>
          <a:p>
            <a:r>
              <a:rPr lang="en-GB" dirty="0"/>
              <a:t>Deploy unified monitoring across on-premises infrastructure, cloud platforms, and edge/Kubernetes environments, ensuring consistent visibility and centralized oversight of distributed hybrid systems that generate metrics, logs, and traces.</a:t>
            </a:r>
            <a:endParaRPr lang="zh-CN" altLang="en-US" dirty="0">
              <a:latin typeface="WPS灵秀黑" charset="-122"/>
              <a:ea typeface="WPS灵秀黑" charset="-122"/>
            </a:endParaRPr>
          </a:p>
        </p:txBody>
      </p:sp>
      <p:sp>
        <p:nvSpPr>
          <p:cNvPr id="7" name="装饰  5"/>
          <p:cNvSpPr>
            <a:spLocks noGrp="1"/>
          </p:cNvSpPr>
          <p:nvPr>
            <p:ph type="body" idx="16392"/>
            <p:custDataLst>
              <p:tags r:id="rId6"/>
            </p:custDataLst>
          </p:nvPr>
        </p:nvSpPr>
        <p:spPr>
          <a:xfrm>
            <a:off x="609599" y="4038600"/>
            <a:ext cx="10837986" cy="2209800"/>
          </a:xfrm>
          <a:solidFill>
            <a:schemeClr val="accent4">
              <a:lumMod val="75000"/>
            </a:schemeClr>
          </a:solidFill>
        </p:spPr>
        <p:txBody>
          <a:bodyPr/>
          <a:lstStyle/>
          <a:p>
            <a:r>
              <a:rPr lang="zh-CN" altLang="en-US" dirty="0">
                <a:latin typeface="WPS灵秀黑" charset="-122"/>
                <a:ea typeface="WPS灵秀黑" charset="-122"/>
              </a:rPr>
              <a:t> 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7"/>
            </p:custDataLst>
          </p:nvPr>
        </p:nvSpPr>
        <p:spPr>
          <a:xfrm>
            <a:off x="914400" y="4298950"/>
            <a:ext cx="7823200" cy="406400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WPS灵秀黑" charset="-122"/>
                <a:ea typeface="WPS灵秀黑" charset="-122"/>
              </a:rPr>
              <a:t>Multi-Cloud Observability with Consistent Metrics</a:t>
            </a:r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8"/>
            </p:custDataLst>
          </p:nvPr>
        </p:nvSpPr>
        <p:spPr>
          <a:xfrm>
            <a:off x="914400" y="5010150"/>
            <a:ext cx="10401300" cy="1093666"/>
          </a:xfrm>
        </p:spPr>
        <p:txBody>
          <a:bodyPr>
            <a:normAutofit/>
          </a:bodyPr>
          <a:lstStyle/>
          <a:p>
            <a:r>
              <a:rPr lang="en-GB" dirty="0"/>
              <a:t>Implement multi-cloud observability at the data source level using standardized telemetry formats, enabling consistent metrics and alerting frameworks across diverse cloud and on-</a:t>
            </a:r>
            <a:r>
              <a:rPr lang="en-GB" dirty="0" err="1"/>
              <a:t>prem</a:t>
            </a:r>
            <a:r>
              <a:rPr lang="en-GB" dirty="0"/>
              <a:t> environments.</a:t>
            </a:r>
            <a:endParaRPr lang="zh-CN" altLang="en-US" dirty="0">
              <a:latin typeface="WPS灵秀黑" charset="-122"/>
              <a:ea typeface="WPS灵秀黑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681253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>
          <a:xfrm>
            <a:off x="609599" y="425450"/>
            <a:ext cx="10972800" cy="609600"/>
          </a:xfrm>
        </p:spPr>
        <p:txBody>
          <a:bodyPr>
            <a:normAutofit/>
          </a:bodyPr>
          <a:lstStyle/>
          <a:p>
            <a:r>
              <a:rPr lang="en-GB" dirty="0"/>
              <a:t>Layer 2: </a:t>
            </a:r>
            <a:r>
              <a:rPr lang="en-GB" dirty="0" smtClean="0"/>
              <a:t>Data </a:t>
            </a:r>
            <a:r>
              <a:rPr lang="en-GB" dirty="0"/>
              <a:t>Collection Layer</a:t>
            </a:r>
            <a:endParaRPr lang="zh-CN" altLang="en-US" dirty="0">
              <a:latin typeface="WPS灵秀黑" charset="-122"/>
              <a:ea typeface="WPS灵秀黑" charset="-122"/>
            </a:endParaRPr>
          </a:p>
        </p:txBody>
      </p:sp>
      <p:sp>
        <p:nvSpPr>
          <p:cNvPr id="3" name="装饰  1"/>
          <p:cNvSpPr>
            <a:spLocks noGrp="1"/>
          </p:cNvSpPr>
          <p:nvPr>
            <p:ph type="body" idx="16390"/>
            <p:custDataLst>
              <p:tags r:id="rId3"/>
            </p:custDataLst>
          </p:nvPr>
        </p:nvSpPr>
        <p:spPr>
          <a:xfrm>
            <a:off x="609599" y="1524000"/>
            <a:ext cx="10837986" cy="2209800"/>
          </a:xfrm>
        </p:spPr>
        <p:txBody>
          <a:bodyPr/>
          <a:lstStyle/>
          <a:p>
            <a:r>
              <a:rPr lang="zh-CN" altLang="en-US" dirty="0">
                <a:latin typeface="WPS灵秀黑" charset="-122"/>
                <a:ea typeface="WPS灵秀黑" charset="-122"/>
              </a:rPr>
              <a:t> 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/>
        <p:txBody>
          <a:bodyPr>
            <a:normAutofit/>
          </a:bodyPr>
          <a:lstStyle/>
          <a:p>
            <a:r>
              <a:rPr lang="en-GB" dirty="0"/>
              <a:t>Standardized </a:t>
            </a:r>
            <a:r>
              <a:rPr lang="en-GB" dirty="0" smtClean="0"/>
              <a:t>Data </a:t>
            </a:r>
            <a:r>
              <a:rPr lang="en-GB" dirty="0"/>
              <a:t>Collection</a:t>
            </a:r>
            <a:endParaRPr lang="zh-CN" altLang="en-US" dirty="0">
              <a:latin typeface="WPS灵秀黑" charset="-122"/>
              <a:ea typeface="WPS灵秀黑" charset="-122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>
          <a:xfrm>
            <a:off x="914400" y="2514356"/>
            <a:ext cx="9979269" cy="1039446"/>
          </a:xfrm>
        </p:spPr>
        <p:txBody>
          <a:bodyPr>
            <a:normAutofit/>
          </a:bodyPr>
          <a:lstStyle/>
          <a:p>
            <a:r>
              <a:rPr lang="en-GB" dirty="0"/>
              <a:t>Deploy </a:t>
            </a:r>
            <a:r>
              <a:rPr lang="en-GB" dirty="0" smtClean="0"/>
              <a:t>data </a:t>
            </a:r>
            <a:r>
              <a:rPr lang="en-GB" dirty="0"/>
              <a:t>collection mechanisms using AWS </a:t>
            </a:r>
            <a:r>
              <a:rPr lang="en-GB" dirty="0" err="1"/>
              <a:t>CloudWatch</a:t>
            </a:r>
            <a:r>
              <a:rPr lang="en-GB" dirty="0"/>
              <a:t> Agent, Prometheus, </a:t>
            </a:r>
            <a:r>
              <a:rPr lang="en-GB" dirty="0" err="1"/>
              <a:t>Promtail</a:t>
            </a:r>
            <a:r>
              <a:rPr lang="en-GB" dirty="0"/>
              <a:t>, and OpenTelemetry Collector to gather metrics, logs, and traces from all hybrid environments in a consistent and </a:t>
            </a:r>
            <a:r>
              <a:rPr lang="en-GB" dirty="0" smtClean="0"/>
              <a:t>vendor neutral </a:t>
            </a:r>
            <a:r>
              <a:rPr lang="en-GB" dirty="0"/>
              <a:t>manner.</a:t>
            </a:r>
            <a:endParaRPr lang="zh-CN" altLang="en-US" dirty="0">
              <a:latin typeface="WPS灵秀黑" charset="-122"/>
              <a:ea typeface="WPS灵秀黑" charset="-122"/>
            </a:endParaRPr>
          </a:p>
        </p:txBody>
      </p:sp>
      <p:sp>
        <p:nvSpPr>
          <p:cNvPr id="7" name="装饰  5"/>
          <p:cNvSpPr>
            <a:spLocks noGrp="1"/>
          </p:cNvSpPr>
          <p:nvPr>
            <p:ph type="body" idx="16392"/>
            <p:custDataLst>
              <p:tags r:id="rId6"/>
            </p:custDataLst>
          </p:nvPr>
        </p:nvSpPr>
        <p:spPr>
          <a:xfrm>
            <a:off x="609599" y="4038600"/>
            <a:ext cx="10837986" cy="2209800"/>
          </a:xfrm>
          <a:solidFill>
            <a:schemeClr val="accent4">
              <a:lumMod val="75000"/>
            </a:schemeClr>
          </a:solidFill>
        </p:spPr>
        <p:txBody>
          <a:bodyPr/>
          <a:lstStyle/>
          <a:p>
            <a:r>
              <a:rPr lang="zh-CN" altLang="en-US" dirty="0">
                <a:latin typeface="WPS灵秀黑" charset="-122"/>
                <a:ea typeface="WPS灵秀黑" charset="-122"/>
              </a:rPr>
              <a:t> 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7"/>
            </p:custDataLst>
          </p:nvPr>
        </p:nvSpPr>
        <p:spPr>
          <a:xfrm>
            <a:off x="914400" y="4298950"/>
            <a:ext cx="7823200" cy="406400"/>
          </a:xfrm>
        </p:spPr>
        <p:txBody>
          <a:bodyPr>
            <a:normAutofit/>
          </a:bodyPr>
          <a:lstStyle/>
          <a:p>
            <a:r>
              <a:rPr lang="en-GB" dirty="0"/>
              <a:t>Unified Data Ingestion Across Hybrid Platforms</a:t>
            </a:r>
            <a:endParaRPr lang="zh-CN" altLang="en-US" dirty="0">
              <a:latin typeface="WPS灵秀黑" charset="-122"/>
              <a:ea typeface="WPS灵秀黑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8"/>
            </p:custDataLst>
          </p:nvPr>
        </p:nvSpPr>
        <p:spPr>
          <a:xfrm>
            <a:off x="914400" y="5010150"/>
            <a:ext cx="10401300" cy="1093666"/>
          </a:xfrm>
        </p:spPr>
        <p:txBody>
          <a:bodyPr>
            <a:normAutofit/>
          </a:bodyPr>
          <a:lstStyle/>
          <a:p>
            <a:r>
              <a:rPr lang="en-GB" dirty="0"/>
              <a:t>Ensure all telemetry data from on-</a:t>
            </a:r>
            <a:r>
              <a:rPr lang="en-GB" dirty="0" err="1"/>
              <a:t>prem</a:t>
            </a:r>
            <a:r>
              <a:rPr lang="en-GB" dirty="0"/>
              <a:t>, cloud, and edge environments is ingested into a centralized observability pipeline for further processing and analysis.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798240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>
          <a:xfrm>
            <a:off x="609599" y="425450"/>
            <a:ext cx="10972800" cy="609600"/>
          </a:xfrm>
        </p:spPr>
        <p:txBody>
          <a:bodyPr>
            <a:normAutofit/>
          </a:bodyPr>
          <a:lstStyle/>
          <a:p>
            <a:r>
              <a:rPr lang="en-GB" dirty="0"/>
              <a:t>Layer 3: </a:t>
            </a:r>
            <a:r>
              <a:rPr lang="en-GB" dirty="0" smtClean="0"/>
              <a:t>Data Processing </a:t>
            </a:r>
            <a:r>
              <a:rPr lang="en-GB" dirty="0"/>
              <a:t>&amp; Normalization Layer</a:t>
            </a:r>
            <a:endParaRPr lang="zh-CN" altLang="en-US" dirty="0">
              <a:latin typeface="WPS灵秀黑" charset="-122"/>
              <a:ea typeface="WPS灵秀黑" charset="-122"/>
            </a:endParaRPr>
          </a:p>
        </p:txBody>
      </p:sp>
      <p:sp>
        <p:nvSpPr>
          <p:cNvPr id="3" name="装饰  1"/>
          <p:cNvSpPr>
            <a:spLocks noGrp="1"/>
          </p:cNvSpPr>
          <p:nvPr>
            <p:ph type="body" idx="16390"/>
            <p:custDataLst>
              <p:tags r:id="rId3"/>
            </p:custDataLst>
          </p:nvPr>
        </p:nvSpPr>
        <p:spPr>
          <a:xfrm>
            <a:off x="609599" y="1524000"/>
            <a:ext cx="10837986" cy="2209800"/>
          </a:xfrm>
        </p:spPr>
        <p:txBody>
          <a:bodyPr/>
          <a:lstStyle/>
          <a:p>
            <a:r>
              <a:rPr lang="zh-CN" altLang="en-US" dirty="0">
                <a:latin typeface="WPS灵秀黑" charset="-122"/>
                <a:ea typeface="WPS灵秀黑" charset="-122"/>
              </a:rPr>
              <a:t> 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/>
        <p:txBody>
          <a:bodyPr>
            <a:normAutofit/>
          </a:bodyPr>
          <a:lstStyle/>
          <a:p>
            <a:r>
              <a:rPr lang="en-GB" b="1" dirty="0" smtClean="0"/>
              <a:t>Data </a:t>
            </a:r>
            <a:r>
              <a:rPr lang="en-GB" b="1" dirty="0"/>
              <a:t>Processing and Noise Reduction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>
          <a:xfrm>
            <a:off x="914400" y="2514356"/>
            <a:ext cx="9979269" cy="1039446"/>
          </a:xfrm>
        </p:spPr>
        <p:txBody>
          <a:bodyPr>
            <a:normAutofit/>
          </a:bodyPr>
          <a:lstStyle/>
          <a:p>
            <a:r>
              <a:rPr lang="en-GB" dirty="0"/>
              <a:t>Process collected </a:t>
            </a:r>
            <a:r>
              <a:rPr lang="en-GB" dirty="0" smtClean="0"/>
              <a:t>data </a:t>
            </a:r>
            <a:r>
              <a:rPr lang="en-GB" dirty="0"/>
              <a:t>using OpenTelemetry processors to filter noise, enrich data with metadata, and normalize formats to ensure high-quality input for intelligent analysis.</a:t>
            </a:r>
            <a:endParaRPr lang="zh-CN" altLang="en-US" dirty="0">
              <a:latin typeface="WPS灵秀黑" charset="-122"/>
              <a:ea typeface="WPS灵秀黑" charset="-122"/>
            </a:endParaRPr>
          </a:p>
        </p:txBody>
      </p:sp>
      <p:sp>
        <p:nvSpPr>
          <p:cNvPr id="7" name="装饰  5"/>
          <p:cNvSpPr>
            <a:spLocks noGrp="1"/>
          </p:cNvSpPr>
          <p:nvPr>
            <p:ph type="body" idx="16392"/>
            <p:custDataLst>
              <p:tags r:id="rId6"/>
            </p:custDataLst>
          </p:nvPr>
        </p:nvSpPr>
        <p:spPr>
          <a:xfrm>
            <a:off x="609599" y="4038600"/>
            <a:ext cx="10837986" cy="2209800"/>
          </a:xfrm>
          <a:solidFill>
            <a:schemeClr val="accent4">
              <a:lumMod val="75000"/>
            </a:schemeClr>
          </a:solidFill>
        </p:spPr>
        <p:txBody>
          <a:bodyPr/>
          <a:lstStyle/>
          <a:p>
            <a:r>
              <a:rPr lang="zh-CN" altLang="en-US" dirty="0">
                <a:latin typeface="WPS灵秀黑" charset="-122"/>
                <a:ea typeface="WPS灵秀黑" charset="-122"/>
              </a:rPr>
              <a:t> 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7"/>
            </p:custDataLst>
          </p:nvPr>
        </p:nvSpPr>
        <p:spPr>
          <a:xfrm>
            <a:off x="914400" y="4298950"/>
            <a:ext cx="7823200" cy="406400"/>
          </a:xfrm>
        </p:spPr>
        <p:txBody>
          <a:bodyPr>
            <a:normAutofit/>
          </a:bodyPr>
          <a:lstStyle/>
          <a:p>
            <a:r>
              <a:rPr lang="en-GB" dirty="0"/>
              <a:t>Data Preparation for Correlation and Analysis</a:t>
            </a:r>
            <a:endParaRPr lang="zh-CN" altLang="en-US" dirty="0">
              <a:latin typeface="WPS灵秀黑" charset="-122"/>
              <a:ea typeface="WPS灵秀黑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8"/>
            </p:custDataLst>
          </p:nvPr>
        </p:nvSpPr>
        <p:spPr>
          <a:xfrm>
            <a:off x="914400" y="5010150"/>
            <a:ext cx="10401300" cy="1093666"/>
          </a:xfrm>
        </p:spPr>
        <p:txBody>
          <a:bodyPr>
            <a:normAutofit/>
          </a:bodyPr>
          <a:lstStyle/>
          <a:p>
            <a:r>
              <a:rPr lang="en-GB" dirty="0" smtClean="0"/>
              <a:t>Prepare </a:t>
            </a:r>
            <a:r>
              <a:rPr lang="en-GB" dirty="0"/>
              <a:t>normalized telemetry data for correlation across metrics, logs, and traces, enabling accurate</a:t>
            </a:r>
          </a:p>
          <a:p>
            <a:r>
              <a:rPr lang="en-GB" dirty="0"/>
              <a:t>downstream AIOps analysis.</a:t>
            </a:r>
          </a:p>
          <a:p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051122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>
          <a:xfrm>
            <a:off x="609599" y="425450"/>
            <a:ext cx="10972800" cy="609600"/>
          </a:xfrm>
        </p:spPr>
        <p:txBody>
          <a:bodyPr>
            <a:normAutofit/>
          </a:bodyPr>
          <a:lstStyle/>
          <a:p>
            <a:r>
              <a:rPr lang="en-GB" dirty="0"/>
              <a:t>Layer 4: </a:t>
            </a:r>
            <a:r>
              <a:rPr lang="en-GB" dirty="0" smtClean="0"/>
              <a:t>Data Observability &amp; Storage </a:t>
            </a:r>
            <a:r>
              <a:rPr lang="en-GB" dirty="0"/>
              <a:t>Layer</a:t>
            </a:r>
            <a:endParaRPr lang="zh-CN" altLang="en-US" dirty="0">
              <a:latin typeface="WPS灵秀黑" charset="-122"/>
              <a:ea typeface="WPS灵秀黑" charset="-122"/>
            </a:endParaRPr>
          </a:p>
        </p:txBody>
      </p:sp>
      <p:sp>
        <p:nvSpPr>
          <p:cNvPr id="3" name="装饰  1"/>
          <p:cNvSpPr>
            <a:spLocks noGrp="1"/>
          </p:cNvSpPr>
          <p:nvPr>
            <p:ph type="body" idx="16390"/>
            <p:custDataLst>
              <p:tags r:id="rId3"/>
            </p:custDataLst>
          </p:nvPr>
        </p:nvSpPr>
        <p:spPr>
          <a:xfrm>
            <a:off x="609599" y="1524000"/>
            <a:ext cx="10837986" cy="2209800"/>
          </a:xfrm>
        </p:spPr>
        <p:txBody>
          <a:bodyPr/>
          <a:lstStyle/>
          <a:p>
            <a:r>
              <a:rPr lang="zh-CN" altLang="en-US" dirty="0">
                <a:latin typeface="WPS灵秀黑" charset="-122"/>
                <a:ea typeface="WPS灵秀黑" charset="-122"/>
              </a:rPr>
              <a:t> 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/>
        <p:txBody>
          <a:bodyPr>
            <a:normAutofit/>
          </a:bodyPr>
          <a:lstStyle/>
          <a:p>
            <a:r>
              <a:rPr lang="en-GB" dirty="0"/>
              <a:t>Metrics, Logs, and Traces Storage</a:t>
            </a:r>
            <a:endParaRPr lang="en-GB" b="1" dirty="0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>
          <a:xfrm>
            <a:off x="914400" y="2514356"/>
            <a:ext cx="9979269" cy="1039446"/>
          </a:xfrm>
        </p:spPr>
        <p:txBody>
          <a:bodyPr>
            <a:normAutofit/>
          </a:bodyPr>
          <a:lstStyle/>
          <a:p>
            <a:r>
              <a:rPr lang="en-GB" dirty="0"/>
              <a:t>Store processed </a:t>
            </a:r>
            <a:r>
              <a:rPr lang="en-GB" dirty="0" smtClean="0"/>
              <a:t>data in </a:t>
            </a:r>
            <a:r>
              <a:rPr lang="en-GB" dirty="0"/>
              <a:t>specialized observability backends, including Prometheus for metrics, Loki for logs, and distributed tracing </a:t>
            </a:r>
            <a:r>
              <a:rPr lang="en-GB" dirty="0" smtClean="0"/>
              <a:t>backends(Tempo</a:t>
            </a:r>
            <a:r>
              <a:rPr lang="en-GB" dirty="0"/>
              <a:t>) for traces.</a:t>
            </a:r>
            <a:endParaRPr lang="zh-CN" altLang="en-US" dirty="0">
              <a:latin typeface="WPS灵秀黑" charset="-122"/>
              <a:ea typeface="WPS灵秀黑" charset="-122"/>
            </a:endParaRPr>
          </a:p>
        </p:txBody>
      </p:sp>
      <p:sp>
        <p:nvSpPr>
          <p:cNvPr id="7" name="装饰  5"/>
          <p:cNvSpPr>
            <a:spLocks noGrp="1"/>
          </p:cNvSpPr>
          <p:nvPr>
            <p:ph type="body" idx="16392"/>
            <p:custDataLst>
              <p:tags r:id="rId6"/>
            </p:custDataLst>
          </p:nvPr>
        </p:nvSpPr>
        <p:spPr>
          <a:xfrm>
            <a:off x="609599" y="4038600"/>
            <a:ext cx="10837986" cy="2209800"/>
          </a:xfrm>
          <a:solidFill>
            <a:schemeClr val="accent4">
              <a:lumMod val="75000"/>
            </a:schemeClr>
          </a:solidFill>
        </p:spPr>
        <p:txBody>
          <a:bodyPr/>
          <a:lstStyle/>
          <a:p>
            <a:r>
              <a:rPr lang="zh-CN" altLang="en-US" dirty="0">
                <a:latin typeface="WPS灵秀黑" charset="-122"/>
                <a:ea typeface="WPS灵秀黑" charset="-122"/>
              </a:rPr>
              <a:t> 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7"/>
            </p:custDataLst>
          </p:nvPr>
        </p:nvSpPr>
        <p:spPr>
          <a:xfrm>
            <a:off x="914400" y="4298950"/>
            <a:ext cx="7823200" cy="406400"/>
          </a:xfrm>
        </p:spPr>
        <p:txBody>
          <a:bodyPr>
            <a:normAutofit/>
          </a:bodyPr>
          <a:lstStyle/>
          <a:p>
            <a:r>
              <a:rPr lang="en-GB" dirty="0"/>
              <a:t>Historical Visibility and Audit Evidence</a:t>
            </a:r>
            <a:endParaRPr lang="zh-CN" altLang="en-US" dirty="0">
              <a:latin typeface="WPS灵秀黑" charset="-122"/>
              <a:ea typeface="WPS灵秀黑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8"/>
            </p:custDataLst>
          </p:nvPr>
        </p:nvSpPr>
        <p:spPr>
          <a:xfrm>
            <a:off x="914400" y="5010150"/>
            <a:ext cx="10401300" cy="1093666"/>
          </a:xfrm>
        </p:spPr>
        <p:txBody>
          <a:bodyPr>
            <a:normAutofit/>
          </a:bodyPr>
          <a:lstStyle/>
          <a:p>
            <a:r>
              <a:rPr lang="en-GB" dirty="0" smtClean="0"/>
              <a:t>Maintain </a:t>
            </a:r>
            <a:r>
              <a:rPr lang="en-GB" dirty="0"/>
              <a:t>historical </a:t>
            </a:r>
            <a:r>
              <a:rPr lang="en-GB" dirty="0" smtClean="0"/>
              <a:t>data </a:t>
            </a:r>
            <a:r>
              <a:rPr lang="en-GB" dirty="0"/>
              <a:t>to </a:t>
            </a:r>
            <a:r>
              <a:rPr lang="en-GB" dirty="0" smtClean="0"/>
              <a:t>enable </a:t>
            </a:r>
            <a:r>
              <a:rPr lang="en-GB" dirty="0"/>
              <a:t>trend analysis, monitor SLA compliance, generate reports, and provide a complete audit trail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867118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>
          <a:xfrm>
            <a:off x="609599" y="425450"/>
            <a:ext cx="10972800" cy="609600"/>
          </a:xfrm>
        </p:spPr>
        <p:txBody>
          <a:bodyPr>
            <a:normAutofit/>
          </a:bodyPr>
          <a:lstStyle/>
          <a:p>
            <a:r>
              <a:rPr lang="en-GB" dirty="0"/>
              <a:t>Layer 5: AIOps Intelligence Layer</a:t>
            </a:r>
            <a:endParaRPr lang="zh-CN" altLang="en-US" dirty="0">
              <a:latin typeface="WPS灵秀黑" charset="-122"/>
              <a:ea typeface="WPS灵秀黑" charset="-122"/>
            </a:endParaRPr>
          </a:p>
        </p:txBody>
      </p:sp>
      <p:sp>
        <p:nvSpPr>
          <p:cNvPr id="3" name="装饰  1"/>
          <p:cNvSpPr>
            <a:spLocks noGrp="1"/>
          </p:cNvSpPr>
          <p:nvPr>
            <p:ph type="body" idx="16390"/>
            <p:custDataLst>
              <p:tags r:id="rId3"/>
            </p:custDataLst>
          </p:nvPr>
        </p:nvSpPr>
        <p:spPr>
          <a:xfrm>
            <a:off x="609599" y="1193800"/>
            <a:ext cx="10837986" cy="1505438"/>
          </a:xfrm>
        </p:spPr>
        <p:txBody>
          <a:bodyPr/>
          <a:lstStyle/>
          <a:p>
            <a:r>
              <a:rPr lang="zh-CN" altLang="en-US" dirty="0">
                <a:latin typeface="WPS灵秀黑" charset="-122"/>
                <a:ea typeface="WPS灵秀黑" charset="-122"/>
              </a:rPr>
              <a:t> 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>
          <a:xfrm>
            <a:off x="914400" y="1390406"/>
            <a:ext cx="7823200" cy="406400"/>
          </a:xfrm>
        </p:spPr>
        <p:txBody>
          <a:bodyPr>
            <a:normAutofit fontScale="92500"/>
          </a:bodyPr>
          <a:lstStyle/>
          <a:p>
            <a:r>
              <a:rPr lang="en-GB" dirty="0"/>
              <a:t>ML Models for Anomaly Detection &amp; Pattern Recognition</a:t>
            </a:r>
            <a:endParaRPr lang="en-GB" b="1" dirty="0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>
          <a:xfrm>
            <a:off x="914400" y="1912083"/>
            <a:ext cx="9979269" cy="699232"/>
          </a:xfrm>
        </p:spPr>
        <p:txBody>
          <a:bodyPr>
            <a:normAutofit/>
          </a:bodyPr>
          <a:lstStyle/>
          <a:p>
            <a:r>
              <a:rPr lang="en-GB" dirty="0" smtClean="0"/>
              <a:t>Implement </a:t>
            </a:r>
            <a:r>
              <a:rPr lang="en-GB" dirty="0"/>
              <a:t>machine learning models within the AIOps intelligence layer to automatically detect anomalies and recognize patterns in infrastructure metrics and logs</a:t>
            </a:r>
            <a:endParaRPr lang="zh-CN" altLang="en-US" dirty="0">
              <a:latin typeface="WPS灵秀黑" charset="-122"/>
              <a:ea typeface="WPS灵秀黑" charset="-122"/>
            </a:endParaRPr>
          </a:p>
        </p:txBody>
      </p:sp>
      <p:sp>
        <p:nvSpPr>
          <p:cNvPr id="7" name="装饰  5"/>
          <p:cNvSpPr>
            <a:spLocks noGrp="1"/>
          </p:cNvSpPr>
          <p:nvPr>
            <p:ph type="body" idx="16392"/>
            <p:custDataLst>
              <p:tags r:id="rId6"/>
            </p:custDataLst>
          </p:nvPr>
        </p:nvSpPr>
        <p:spPr>
          <a:xfrm>
            <a:off x="609599" y="2963007"/>
            <a:ext cx="10837986" cy="1428507"/>
          </a:xfrm>
          <a:solidFill>
            <a:schemeClr val="accent4">
              <a:lumMod val="50000"/>
            </a:schemeClr>
          </a:solidFill>
        </p:spPr>
        <p:txBody>
          <a:bodyPr/>
          <a:lstStyle/>
          <a:p>
            <a:r>
              <a:rPr lang="zh-CN" altLang="en-US" dirty="0">
                <a:latin typeface="WPS灵秀黑" charset="-122"/>
                <a:ea typeface="WPS灵秀黑" charset="-122"/>
              </a:rPr>
              <a:t> 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7"/>
            </p:custDataLst>
          </p:nvPr>
        </p:nvSpPr>
        <p:spPr>
          <a:xfrm>
            <a:off x="914400" y="3016983"/>
            <a:ext cx="7823200" cy="406400"/>
          </a:xfrm>
        </p:spPr>
        <p:txBody>
          <a:bodyPr>
            <a:normAutofit fontScale="92500"/>
          </a:bodyPr>
          <a:lstStyle/>
          <a:p>
            <a:r>
              <a:rPr lang="en-GB" dirty="0"/>
              <a:t>Automated Root Cause Analysis with Correlation Algorithms</a:t>
            </a:r>
            <a:endParaRPr lang="zh-CN" altLang="en-US" dirty="0">
              <a:latin typeface="WPS灵秀黑" charset="-122"/>
              <a:ea typeface="WPS灵秀黑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8"/>
            </p:custDataLst>
          </p:nvPr>
        </p:nvSpPr>
        <p:spPr>
          <a:xfrm>
            <a:off x="895349" y="3453911"/>
            <a:ext cx="10401300" cy="1093666"/>
          </a:xfrm>
        </p:spPr>
        <p:txBody>
          <a:bodyPr>
            <a:normAutofit/>
          </a:bodyPr>
          <a:lstStyle/>
          <a:p>
            <a:r>
              <a:rPr lang="en-GB" dirty="0"/>
              <a:t>Implement automated root cause analysis using correlation algorithms and dependency awareness to associate performance degradation with underlying infrastructure or application components.</a:t>
            </a:r>
          </a:p>
        </p:txBody>
      </p:sp>
      <p:sp>
        <p:nvSpPr>
          <p:cNvPr id="11" name="装饰  1"/>
          <p:cNvSpPr txBox="1">
            <a:spLocks/>
          </p:cNvSpPr>
          <p:nvPr>
            <p:custDataLst>
              <p:tags r:id="rId9"/>
            </p:custDataLst>
          </p:nvPr>
        </p:nvSpPr>
        <p:spPr>
          <a:xfrm>
            <a:off x="609599" y="4655283"/>
            <a:ext cx="10837986" cy="1505438"/>
          </a:xfrm>
          <a:custGeom>
            <a:avLst/>
            <a:gdLst>
              <a:gd name="connisteX0" fmla="*/ 0 w 8432800"/>
              <a:gd name="connsiteY0" fmla="*/ 203200 h 2209800"/>
              <a:gd name="connisteX1" fmla="*/ 203200 w 8432800"/>
              <a:gd name="connsiteY1" fmla="*/ 0 h 2209800"/>
              <a:gd name="connisteX2" fmla="*/ 8432800 w 8432800"/>
              <a:gd name="connsiteY2" fmla="*/ 0 h 2209800"/>
              <a:gd name="connisteX3" fmla="*/ 8432800 w 8432800"/>
              <a:gd name="connsiteY3" fmla="*/ 2209800 h 2209800"/>
              <a:gd name="connisteX4" fmla="*/ 203200 w 8432800"/>
              <a:gd name="connsiteY4" fmla="*/ 2209800 h 2209800"/>
              <a:gd name="connisteX5" fmla="*/ 0 w 8432800"/>
              <a:gd name="connsiteY5" fmla="*/ 2006600 h 2209800"/>
              <a:gd name="connisteX6" fmla="*/ 0 w 84328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84328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8432800" y="0"/>
                </a:lnTo>
                <a:lnTo>
                  <a:pt x="84328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 vert="horz" wrap="squar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kern="1200">
                <a:solidFill>
                  <a:schemeClr val="tx1"/>
                </a:solidFill>
                <a:latin typeface="+mn-ea"/>
                <a:ea typeface="+mn-ea"/>
                <a:cs typeface="MiSans Demibold" panose="00000700000000000000" charset="-122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kern="1200">
                <a:solidFill>
                  <a:schemeClr val="tx1"/>
                </a:solidFill>
                <a:latin typeface="+mn-ea"/>
                <a:ea typeface="+mn-ea"/>
                <a:cs typeface="MiSans Demibold" panose="00000700000000000000" charset="-122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ea"/>
                <a:ea typeface="+mn-ea"/>
                <a:cs typeface="MiSans Demibold" panose="00000700000000000000" charset="-122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ea"/>
                <a:ea typeface="+mn-ea"/>
                <a:cs typeface="MiSans Demibold" panose="00000700000000000000" charset="-122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ea"/>
                <a:ea typeface="+mn-ea"/>
                <a:cs typeface="MiSans Demibold" panose="00000700000000000000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 smtClean="0">
                <a:latin typeface="WPS灵秀黑" charset="-122"/>
                <a:ea typeface="WPS灵秀黑" charset="-122"/>
              </a:rPr>
              <a:t> </a:t>
            </a:r>
            <a:endParaRPr lang="zh-CN" altLang="en-US" dirty="0">
              <a:latin typeface="WPS灵秀黑" charset="-122"/>
              <a:ea typeface="WPS灵秀黑" charset="-122"/>
            </a:endParaRPr>
          </a:p>
        </p:txBody>
      </p:sp>
      <p:sp>
        <p:nvSpPr>
          <p:cNvPr id="12" name="文本占位符 4"/>
          <p:cNvSpPr txBox="1">
            <a:spLocks/>
          </p:cNvSpPr>
          <p:nvPr>
            <p:custDataLst>
              <p:tags r:id="rId10"/>
            </p:custDataLst>
          </p:nvPr>
        </p:nvSpPr>
        <p:spPr>
          <a:xfrm>
            <a:off x="895349" y="4661022"/>
            <a:ext cx="78232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kern="1200" spc="0">
                <a:solidFill>
                  <a:schemeClr val="tx1"/>
                </a:solidFill>
                <a:latin typeface="+mn-ea"/>
                <a:ea typeface="+mn-ea"/>
                <a:cs typeface="MiSans Demibold" panose="00000700000000000000" charset="-122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b="0" kern="1200">
                <a:solidFill>
                  <a:schemeClr val="tx1"/>
                </a:solidFill>
                <a:latin typeface="+mn-ea"/>
                <a:ea typeface="+mn-ea"/>
                <a:cs typeface="MiSans Demibold" panose="00000700000000000000" charset="-122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kern="1200">
                <a:solidFill>
                  <a:schemeClr val="tx1"/>
                </a:solidFill>
                <a:latin typeface="+mn-ea"/>
                <a:ea typeface="+mn-ea"/>
                <a:cs typeface="MiSans Demibold" panose="00000700000000000000" charset="-122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kern="1200">
                <a:solidFill>
                  <a:schemeClr val="tx1"/>
                </a:solidFill>
                <a:latin typeface="+mn-ea"/>
                <a:ea typeface="+mn-ea"/>
                <a:cs typeface="MiSans Demibold" panose="00000700000000000000" charset="-122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kern="1200">
                <a:solidFill>
                  <a:schemeClr val="tx1"/>
                </a:solidFill>
                <a:latin typeface="+mn-ea"/>
                <a:ea typeface="+mn-ea"/>
                <a:cs typeface="MiSans Demibold" panose="00000700000000000000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dirty="0" smtClean="0"/>
              <a:t>Intelligent Alerting with Noise Reduction</a:t>
            </a:r>
            <a:endParaRPr lang="en-GB" sz="2000" b="1" dirty="0"/>
          </a:p>
        </p:txBody>
      </p:sp>
      <p:sp>
        <p:nvSpPr>
          <p:cNvPr id="14" name="文本占位符 5"/>
          <p:cNvSpPr txBox="1">
            <a:spLocks/>
          </p:cNvSpPr>
          <p:nvPr>
            <p:custDataLst>
              <p:tags r:id="rId11"/>
            </p:custDataLst>
          </p:nvPr>
        </p:nvSpPr>
        <p:spPr>
          <a:xfrm>
            <a:off x="895349" y="5228981"/>
            <a:ext cx="9979269" cy="103944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b="0" kern="1200" spc="0">
                <a:solidFill>
                  <a:schemeClr val="tx1"/>
                </a:solidFill>
                <a:latin typeface="+mn-ea"/>
                <a:ea typeface="+mn-ea"/>
                <a:cs typeface="MiSans Demibold" panose="00000700000000000000" charset="-122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b="0" kern="1200">
                <a:solidFill>
                  <a:schemeClr val="tx1"/>
                </a:solidFill>
                <a:latin typeface="+mn-ea"/>
                <a:ea typeface="+mn-ea"/>
                <a:cs typeface="MiSans Demibold" panose="00000700000000000000" charset="-122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kern="1200">
                <a:solidFill>
                  <a:schemeClr val="tx1"/>
                </a:solidFill>
                <a:latin typeface="+mn-ea"/>
                <a:ea typeface="+mn-ea"/>
                <a:cs typeface="MiSans Demibold" panose="00000700000000000000" charset="-122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kern="1200">
                <a:solidFill>
                  <a:schemeClr val="tx1"/>
                </a:solidFill>
                <a:latin typeface="+mn-ea"/>
                <a:ea typeface="+mn-ea"/>
                <a:cs typeface="MiSans Demibold" panose="00000700000000000000" charset="-122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kern="1200">
                <a:solidFill>
                  <a:schemeClr val="tx1"/>
                </a:solidFill>
                <a:latin typeface="+mn-ea"/>
                <a:ea typeface="+mn-ea"/>
                <a:cs typeface="MiSans Demibold" panose="00000700000000000000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smtClean="0"/>
              <a:t>Configure intelligent alerting based on trend analysis and correlation rather than isolated threshold breaches, reducing alert noise and improving incident prioritization.</a:t>
            </a:r>
            <a:endParaRPr lang="zh-CN" altLang="en-US" dirty="0">
              <a:latin typeface="WPS灵秀黑" charset="-122"/>
              <a:ea typeface="WPS灵秀黑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04764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>
          <a:xfrm>
            <a:off x="609599" y="425450"/>
            <a:ext cx="10972800" cy="609600"/>
          </a:xfrm>
        </p:spPr>
        <p:txBody>
          <a:bodyPr>
            <a:normAutofit/>
          </a:bodyPr>
          <a:lstStyle/>
          <a:p>
            <a:r>
              <a:rPr lang="en-GB" dirty="0"/>
              <a:t>Layer 6: Decision &amp; Automation Layer</a:t>
            </a:r>
            <a:endParaRPr lang="zh-CN" altLang="en-US" dirty="0">
              <a:latin typeface="WPS灵秀黑" charset="-122"/>
              <a:ea typeface="WPS灵秀黑" charset="-122"/>
            </a:endParaRPr>
          </a:p>
        </p:txBody>
      </p:sp>
      <p:sp>
        <p:nvSpPr>
          <p:cNvPr id="3" name="装饰  1"/>
          <p:cNvSpPr>
            <a:spLocks noGrp="1"/>
          </p:cNvSpPr>
          <p:nvPr>
            <p:ph type="body" idx="16390"/>
            <p:custDataLst>
              <p:tags r:id="rId3"/>
            </p:custDataLst>
          </p:nvPr>
        </p:nvSpPr>
        <p:spPr>
          <a:xfrm>
            <a:off x="609599" y="1524000"/>
            <a:ext cx="10837986" cy="2209800"/>
          </a:xfrm>
        </p:spPr>
        <p:txBody>
          <a:bodyPr/>
          <a:lstStyle/>
          <a:p>
            <a:r>
              <a:rPr lang="zh-CN" altLang="en-US" dirty="0">
                <a:latin typeface="WPS灵秀黑" charset="-122"/>
                <a:ea typeface="WPS灵秀黑" charset="-122"/>
              </a:rPr>
              <a:t> 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/>
        <p:txBody>
          <a:bodyPr>
            <a:normAutofit/>
          </a:bodyPr>
          <a:lstStyle/>
          <a:p>
            <a:r>
              <a:rPr lang="en-GB" dirty="0"/>
              <a:t>Automated Remediation Workflows for Common Issues</a:t>
            </a:r>
            <a:endParaRPr lang="en-GB" b="1" dirty="0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>
          <a:xfrm>
            <a:off x="914400" y="2514356"/>
            <a:ext cx="9979269" cy="1039446"/>
          </a:xfrm>
        </p:spPr>
        <p:txBody>
          <a:bodyPr>
            <a:normAutofit/>
          </a:bodyPr>
          <a:lstStyle/>
          <a:p>
            <a:r>
              <a:rPr lang="en-GB" dirty="0"/>
              <a:t>Deploy automated remediation workflows triggered by AIOps </a:t>
            </a:r>
            <a:r>
              <a:rPr lang="en-GB" dirty="0" smtClean="0"/>
              <a:t>engine </a:t>
            </a:r>
            <a:r>
              <a:rPr lang="en-GB" dirty="0"/>
              <a:t>to resolve common infrastructure issues such as service restarts, scaling operations, or configuration adjustments.</a:t>
            </a:r>
            <a:endParaRPr lang="zh-CN" altLang="en-US" dirty="0">
              <a:latin typeface="WPS灵秀黑" charset="-122"/>
              <a:ea typeface="WPS灵秀黑" charset="-122"/>
            </a:endParaRPr>
          </a:p>
        </p:txBody>
      </p:sp>
      <p:sp>
        <p:nvSpPr>
          <p:cNvPr id="7" name="装饰  5"/>
          <p:cNvSpPr>
            <a:spLocks noGrp="1"/>
          </p:cNvSpPr>
          <p:nvPr>
            <p:ph type="body" idx="16392"/>
            <p:custDataLst>
              <p:tags r:id="rId6"/>
            </p:custDataLst>
          </p:nvPr>
        </p:nvSpPr>
        <p:spPr>
          <a:xfrm>
            <a:off x="609599" y="4038600"/>
            <a:ext cx="10837986" cy="2209800"/>
          </a:xfrm>
          <a:solidFill>
            <a:schemeClr val="accent4">
              <a:lumMod val="75000"/>
            </a:schemeClr>
          </a:solidFill>
        </p:spPr>
        <p:txBody>
          <a:bodyPr/>
          <a:lstStyle/>
          <a:p>
            <a:r>
              <a:rPr lang="zh-CN" altLang="en-US" dirty="0">
                <a:latin typeface="WPS灵秀黑" charset="-122"/>
                <a:ea typeface="WPS灵秀黑" charset="-122"/>
              </a:rPr>
              <a:t> 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7"/>
            </p:custDataLst>
          </p:nvPr>
        </p:nvSpPr>
        <p:spPr>
          <a:xfrm>
            <a:off x="914400" y="4298950"/>
            <a:ext cx="7823200" cy="406400"/>
          </a:xfrm>
        </p:spPr>
        <p:txBody>
          <a:bodyPr>
            <a:normAutofit/>
          </a:bodyPr>
          <a:lstStyle/>
          <a:p>
            <a:r>
              <a:rPr lang="en-GB" dirty="0"/>
              <a:t>Self-Healing with Rollback &amp; Safety Mechanisms</a:t>
            </a:r>
            <a:endParaRPr lang="zh-CN" altLang="en-US" dirty="0">
              <a:latin typeface="WPS灵秀黑" charset="-122"/>
              <a:ea typeface="WPS灵秀黑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8"/>
            </p:custDataLst>
          </p:nvPr>
        </p:nvSpPr>
        <p:spPr>
          <a:xfrm>
            <a:off x="914400" y="5010150"/>
            <a:ext cx="10401300" cy="1093666"/>
          </a:xfrm>
        </p:spPr>
        <p:txBody>
          <a:bodyPr>
            <a:normAutofit/>
          </a:bodyPr>
          <a:lstStyle/>
          <a:p>
            <a:r>
              <a:rPr lang="en-GB" dirty="0"/>
              <a:t>Implement self-healing capabilities using </a:t>
            </a:r>
            <a:r>
              <a:rPr lang="en-GB" dirty="0" smtClean="0"/>
              <a:t>runbooks ,Kubernetes-native </a:t>
            </a:r>
            <a:r>
              <a:rPr lang="en-GB" dirty="0"/>
              <a:t>restart and rollback mechanisms, ensuring safe recovery and operational stability with minimal manual intervention.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164484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>
          <a:xfrm>
            <a:off x="609599" y="425450"/>
            <a:ext cx="10972800" cy="609600"/>
          </a:xfrm>
        </p:spPr>
        <p:txBody>
          <a:bodyPr>
            <a:noAutofit/>
          </a:bodyPr>
          <a:lstStyle/>
          <a:p>
            <a:r>
              <a:rPr lang="en-GB" sz="3200" dirty="0"/>
              <a:t>Layer 7: Performance Analytics &amp; Optimization Layer</a:t>
            </a:r>
            <a:endParaRPr lang="zh-CN" altLang="en-US" sz="3200" dirty="0">
              <a:latin typeface="WPS灵秀黑" charset="-122"/>
              <a:ea typeface="WPS灵秀黑" charset="-122"/>
            </a:endParaRPr>
          </a:p>
        </p:txBody>
      </p:sp>
      <p:sp>
        <p:nvSpPr>
          <p:cNvPr id="3" name="装饰  1"/>
          <p:cNvSpPr>
            <a:spLocks noGrp="1"/>
          </p:cNvSpPr>
          <p:nvPr>
            <p:ph type="body" idx="16390"/>
            <p:custDataLst>
              <p:tags r:id="rId3"/>
            </p:custDataLst>
          </p:nvPr>
        </p:nvSpPr>
        <p:spPr>
          <a:xfrm>
            <a:off x="609599" y="1524000"/>
            <a:ext cx="10837986" cy="2209800"/>
          </a:xfrm>
        </p:spPr>
        <p:txBody>
          <a:bodyPr/>
          <a:lstStyle/>
          <a:p>
            <a:r>
              <a:rPr lang="zh-CN" altLang="en-US" dirty="0">
                <a:latin typeface="WPS灵秀黑" charset="-122"/>
                <a:ea typeface="WPS灵秀黑" charset="-122"/>
              </a:rPr>
              <a:t> 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/>
        <p:txBody>
          <a:bodyPr>
            <a:normAutofit/>
          </a:bodyPr>
          <a:lstStyle/>
          <a:p>
            <a:r>
              <a:rPr lang="en-GB" dirty="0"/>
              <a:t>APM Integration for Full-Stack Visibility</a:t>
            </a:r>
            <a:endParaRPr lang="en-GB" b="1" dirty="0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>
          <a:xfrm>
            <a:off x="914400" y="2514356"/>
            <a:ext cx="9979269" cy="1039446"/>
          </a:xfrm>
        </p:spPr>
        <p:txBody>
          <a:bodyPr>
            <a:normAutofit/>
          </a:bodyPr>
          <a:lstStyle/>
          <a:p>
            <a:r>
              <a:rPr lang="en-GB" dirty="0"/>
              <a:t>Deploy application performance monitoring (APM) integration using </a:t>
            </a:r>
            <a:r>
              <a:rPr lang="en-GB" b="1" dirty="0"/>
              <a:t>OpenTelemetry</a:t>
            </a:r>
            <a:r>
              <a:rPr lang="en-GB" dirty="0"/>
              <a:t>, providing full-stack visibility by correlating application performance with underlying infrastructure metrics.</a:t>
            </a:r>
            <a:endParaRPr lang="zh-CN" altLang="en-US" dirty="0">
              <a:latin typeface="WPS灵秀黑" charset="-122"/>
              <a:ea typeface="WPS灵秀黑" charset="-122"/>
            </a:endParaRPr>
          </a:p>
        </p:txBody>
      </p:sp>
      <p:sp>
        <p:nvSpPr>
          <p:cNvPr id="7" name="装饰  5"/>
          <p:cNvSpPr>
            <a:spLocks noGrp="1"/>
          </p:cNvSpPr>
          <p:nvPr>
            <p:ph type="body" idx="16392"/>
            <p:custDataLst>
              <p:tags r:id="rId6"/>
            </p:custDataLst>
          </p:nvPr>
        </p:nvSpPr>
        <p:spPr>
          <a:xfrm>
            <a:off x="609599" y="4038600"/>
            <a:ext cx="10837986" cy="2209800"/>
          </a:xfrm>
          <a:solidFill>
            <a:schemeClr val="accent4">
              <a:lumMod val="75000"/>
            </a:schemeClr>
          </a:solidFill>
        </p:spPr>
        <p:txBody>
          <a:bodyPr/>
          <a:lstStyle/>
          <a:p>
            <a:r>
              <a:rPr lang="zh-CN" altLang="en-US" dirty="0">
                <a:latin typeface="WPS灵秀黑" charset="-122"/>
                <a:ea typeface="WPS灵秀黑" charset="-122"/>
              </a:rPr>
              <a:t> 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7"/>
            </p:custDataLst>
          </p:nvPr>
        </p:nvSpPr>
        <p:spPr>
          <a:xfrm>
            <a:off x="914400" y="4298950"/>
            <a:ext cx="7823200" cy="406400"/>
          </a:xfrm>
        </p:spPr>
        <p:txBody>
          <a:bodyPr>
            <a:normAutofit fontScale="77500" lnSpcReduction="20000"/>
          </a:bodyPr>
          <a:lstStyle/>
          <a:p>
            <a:r>
              <a:rPr lang="en-GB" dirty="0"/>
              <a:t>Infrastructure Performance Analysis &amp; Bottleneck Identification</a:t>
            </a:r>
            <a:endParaRPr lang="zh-CN" altLang="en-US" dirty="0">
              <a:latin typeface="WPS灵秀黑" charset="-122"/>
              <a:ea typeface="WPS灵秀黑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8"/>
            </p:custDataLst>
          </p:nvPr>
        </p:nvSpPr>
        <p:spPr>
          <a:xfrm>
            <a:off x="914400" y="5010150"/>
            <a:ext cx="10401300" cy="1093666"/>
          </a:xfrm>
        </p:spPr>
        <p:txBody>
          <a:bodyPr>
            <a:normAutofit/>
          </a:bodyPr>
          <a:lstStyle/>
          <a:p>
            <a:r>
              <a:rPr lang="en-GB" dirty="0"/>
              <a:t>Monitor infrastructure to detect bottlenecks in resources, latency, and workload distribution that reduce system efficiency.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447692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>
          <a:xfrm>
            <a:off x="609599" y="425450"/>
            <a:ext cx="10972800" cy="609600"/>
          </a:xfrm>
        </p:spPr>
        <p:txBody>
          <a:bodyPr>
            <a:normAutofit/>
          </a:bodyPr>
          <a:lstStyle/>
          <a:p>
            <a:r>
              <a:rPr lang="en-GB" sz="3200" dirty="0"/>
              <a:t>Layer 8: Compliance &amp; SLA Management Layer</a:t>
            </a:r>
            <a:endParaRPr lang="zh-CN" altLang="en-US" sz="3200" dirty="0">
              <a:latin typeface="WPS灵秀黑" charset="-122"/>
              <a:ea typeface="WPS灵秀黑" charset="-122"/>
            </a:endParaRPr>
          </a:p>
        </p:txBody>
      </p:sp>
      <p:sp>
        <p:nvSpPr>
          <p:cNvPr id="3" name="装饰  1"/>
          <p:cNvSpPr>
            <a:spLocks noGrp="1"/>
          </p:cNvSpPr>
          <p:nvPr>
            <p:ph type="body" idx="16390"/>
            <p:custDataLst>
              <p:tags r:id="rId3"/>
            </p:custDataLst>
          </p:nvPr>
        </p:nvSpPr>
        <p:spPr>
          <a:xfrm>
            <a:off x="609599" y="1524000"/>
            <a:ext cx="10837986" cy="2209800"/>
          </a:xfrm>
        </p:spPr>
        <p:txBody>
          <a:bodyPr/>
          <a:lstStyle/>
          <a:p>
            <a:r>
              <a:rPr lang="zh-CN" altLang="en-US" dirty="0">
                <a:latin typeface="WPS灵秀黑" charset="-122"/>
                <a:ea typeface="WPS灵秀黑" charset="-122"/>
              </a:rPr>
              <a:t> 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/>
        <p:txBody>
          <a:bodyPr>
            <a:normAutofit/>
          </a:bodyPr>
          <a:lstStyle/>
          <a:p>
            <a:r>
              <a:rPr lang="en-GB" dirty="0"/>
              <a:t>Automated SLA </a:t>
            </a:r>
            <a:r>
              <a:rPr lang="en-GB" dirty="0" smtClean="0"/>
              <a:t>Monitoring</a:t>
            </a:r>
            <a:endParaRPr lang="en-GB" b="1" dirty="0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>
          <a:xfrm>
            <a:off x="914400" y="2514356"/>
            <a:ext cx="9979269" cy="1039446"/>
          </a:xfrm>
        </p:spPr>
        <p:txBody>
          <a:bodyPr>
            <a:normAutofit/>
          </a:bodyPr>
          <a:lstStyle/>
          <a:p>
            <a:r>
              <a:rPr lang="en-GB" dirty="0"/>
              <a:t>Deploy automated SLA monitoring mechanisms to track service performance against defined SLAs, with centralized dashboards providing </a:t>
            </a:r>
            <a:r>
              <a:rPr lang="en-GB" dirty="0" smtClean="0"/>
              <a:t>continuous compliance visibility</a:t>
            </a:r>
            <a:r>
              <a:rPr lang="en-GB" dirty="0"/>
              <a:t>.</a:t>
            </a:r>
            <a:endParaRPr lang="zh-CN" altLang="en-US" dirty="0">
              <a:latin typeface="WPS灵秀黑" charset="-122"/>
              <a:ea typeface="WPS灵秀黑" charset="-122"/>
            </a:endParaRPr>
          </a:p>
        </p:txBody>
      </p:sp>
      <p:sp>
        <p:nvSpPr>
          <p:cNvPr id="7" name="装饰  5"/>
          <p:cNvSpPr>
            <a:spLocks noGrp="1"/>
          </p:cNvSpPr>
          <p:nvPr>
            <p:ph type="body" idx="16392"/>
            <p:custDataLst>
              <p:tags r:id="rId6"/>
            </p:custDataLst>
          </p:nvPr>
        </p:nvSpPr>
        <p:spPr>
          <a:xfrm>
            <a:off x="609599" y="4038600"/>
            <a:ext cx="10837986" cy="2209800"/>
          </a:xfrm>
          <a:solidFill>
            <a:schemeClr val="accent4">
              <a:lumMod val="75000"/>
            </a:schemeClr>
          </a:solidFill>
        </p:spPr>
        <p:txBody>
          <a:bodyPr/>
          <a:lstStyle/>
          <a:p>
            <a:r>
              <a:rPr lang="zh-CN" altLang="en-US" dirty="0">
                <a:latin typeface="WPS灵秀黑" charset="-122"/>
                <a:ea typeface="WPS灵秀黑" charset="-122"/>
              </a:rPr>
              <a:t> 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7"/>
            </p:custDataLst>
          </p:nvPr>
        </p:nvSpPr>
        <p:spPr>
          <a:xfrm>
            <a:off x="914400" y="4298950"/>
            <a:ext cx="7823200" cy="406400"/>
          </a:xfrm>
        </p:spPr>
        <p:txBody>
          <a:bodyPr>
            <a:normAutofit fontScale="92500"/>
          </a:bodyPr>
          <a:lstStyle/>
          <a:p>
            <a:r>
              <a:rPr lang="en-GB" dirty="0"/>
              <a:t>Performance Baseline Establishment &amp; Drift Detection</a:t>
            </a:r>
            <a:endParaRPr lang="zh-CN" altLang="en-US" dirty="0">
              <a:latin typeface="WPS灵秀黑" charset="-122"/>
              <a:ea typeface="WPS灵秀黑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8"/>
            </p:custDataLst>
          </p:nvPr>
        </p:nvSpPr>
        <p:spPr>
          <a:xfrm>
            <a:off x="914400" y="5010150"/>
            <a:ext cx="10401300" cy="1093666"/>
          </a:xfrm>
        </p:spPr>
        <p:txBody>
          <a:bodyPr>
            <a:normAutofit/>
          </a:bodyPr>
          <a:lstStyle/>
          <a:p>
            <a:r>
              <a:rPr lang="en-GB" dirty="0"/>
              <a:t>Establish performance baselines using historical telemetry data and detect performance drift to identify potential SLA or compliance risks at an early stage.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759991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>
                <a:latin typeface="WPS灵秀黑" charset="-122"/>
                <a:ea typeface="WPS灵秀黑" charset="-122"/>
              </a:rPr>
              <a:t>Compliance &amp; SLA Management</a:t>
            </a:r>
          </a:p>
        </p:txBody>
      </p:sp>
      <p:pic>
        <p:nvPicPr>
          <p:cNvPr id="9" name="内容占位符 8" descr="2d3c2097-f50e-11f0-911a-4e6233127c86"/>
          <p:cNvPicPr>
            <a:picLocks noGrp="1" noChangeAspect="1"/>
          </p:cNvPicPr>
          <p:nvPr>
            <p:ph idx="16388"/>
            <p:custDataLst>
              <p:tags r:id="rId3"/>
            </p:custDataLst>
          </p:nvPr>
        </p:nvPicPr>
        <p:blipFill>
          <a:blip r:embed="rId7"/>
          <a:srcRect l="2830" t="37137" r="11175" b="25887"/>
          <a:stretch>
            <a:fillRect/>
          </a:stretch>
        </p:blipFill>
        <p:spPr>
          <a:xfrm>
            <a:off x="609600" y="609600"/>
            <a:ext cx="10972800" cy="3556000"/>
          </a:xfrm>
          <a:custGeom>
            <a:avLst/>
            <a:gdLst>
              <a:gd name="connisteX0" fmla="*/ 0 w 10972800"/>
              <a:gd name="connsiteY0" fmla="*/ 203200 h 3556000"/>
              <a:gd name="connisteX1" fmla="*/ 203200 w 10972800"/>
              <a:gd name="connsiteY1" fmla="*/ 0 h 3556000"/>
              <a:gd name="connisteX2" fmla="*/ 10769600 w 10972800"/>
              <a:gd name="connsiteY2" fmla="*/ 0 h 3556000"/>
              <a:gd name="connisteX3" fmla="*/ 10972800 w 10972800"/>
              <a:gd name="connsiteY3" fmla="*/ 203200 h 3556000"/>
              <a:gd name="connisteX4" fmla="*/ 10972800 w 10972800"/>
              <a:gd name="connsiteY4" fmla="*/ 3352800 h 3556000"/>
              <a:gd name="connisteX5" fmla="*/ 10769600 w 10972800"/>
              <a:gd name="connsiteY5" fmla="*/ 3556000 h 3556000"/>
              <a:gd name="connisteX6" fmla="*/ 203200 w 10972800"/>
              <a:gd name="connsiteY6" fmla="*/ 3556000 h 3556000"/>
              <a:gd name="connisteX7" fmla="*/ 0 w 10972800"/>
              <a:gd name="connsiteY7" fmla="*/ 3352800 h 3556000"/>
              <a:gd name="connisteX8" fmla="*/ 0 w 10972800"/>
              <a:gd name="connsiteY8" fmla="*/ 203200 h 3556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0972800" h="3556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3352800"/>
                </a:lnTo>
                <a:cubicBezTo>
                  <a:pt x="10972800" y="3465024"/>
                  <a:pt x="10881824" y="3556000"/>
                  <a:pt x="10769600" y="3556000"/>
                </a:cubicBezTo>
                <a:lnTo>
                  <a:pt x="203200" y="3556000"/>
                </a:lnTo>
                <a:cubicBezTo>
                  <a:pt x="90976" y="3556000"/>
                  <a:pt x="0" y="3465024"/>
                  <a:pt x="0" y="33528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/>
        <p:txBody>
          <a:bodyPr>
            <a:normAutofit fontScale="80000" lnSpcReduction="10000"/>
          </a:bodyPr>
          <a:lstStyle/>
          <a:p>
            <a:r>
              <a:rPr lang="zh-CN" altLang="en-US">
                <a:latin typeface="WPS灵秀黑" charset="-122"/>
                <a:ea typeface="WPS灵秀黑" charset="-122"/>
              </a:rPr>
              <a:t>Automated Compliance Validation &amp; Audit Trail Management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WPS灵秀黑" charset="-122"/>
                <a:ea typeface="WPS灵秀黑" charset="-122"/>
              </a:rPr>
              <a:t>Configure automated compliance validation processes and audit trail management to maintain regulatory compliance and support audit requirements.</a:t>
            </a:r>
          </a:p>
        </p:txBody>
      </p:sp>
    </p:spTree>
    <p:custDataLst>
      <p:tags r:id="rId1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>
          <a:xfrm>
            <a:off x="4804159" y="3857729"/>
            <a:ext cx="2732105" cy="609600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zh-CN" dirty="0" smtClean="0">
                <a:latin typeface="WPS灵秀黑" charset="-122"/>
                <a:ea typeface="WPS灵秀黑" charset="-122"/>
              </a:rPr>
              <a:t>Thank You </a:t>
            </a:r>
            <a:br>
              <a:rPr lang="en-US" altLang="zh-CN" dirty="0" smtClean="0">
                <a:latin typeface="WPS灵秀黑" charset="-122"/>
                <a:ea typeface="WPS灵秀黑" charset="-122"/>
              </a:rPr>
            </a:br>
            <a:r>
              <a:rPr lang="en-US" altLang="zh-CN" dirty="0" smtClean="0">
                <a:latin typeface="WPS灵秀黑" charset="-122"/>
                <a:ea typeface="WPS灵秀黑" charset="-122"/>
              </a:rPr>
              <a:t>Q&amp;A  </a:t>
            </a:r>
            <a:endParaRPr lang="zh-CN" altLang="en-US" dirty="0">
              <a:latin typeface="WPS灵秀黑" charset="-122"/>
              <a:ea typeface="WPS灵秀黑" charset="-122"/>
            </a:endParaRPr>
          </a:p>
        </p:txBody>
      </p:sp>
      <p:sp>
        <p:nvSpPr>
          <p:cNvPr id="3" name="装饰  1"/>
          <p:cNvSpPr>
            <a:spLocks noGrp="1"/>
          </p:cNvSpPr>
          <p:nvPr>
            <p:ph type="body" idx="16391"/>
            <p:custDataLst>
              <p:tags r:id="rId3"/>
            </p:custDataLst>
          </p:nvPr>
        </p:nvSpPr>
        <p:spPr>
          <a:xfrm>
            <a:off x="5297017" y="2058517"/>
            <a:ext cx="1524000" cy="1524000"/>
          </a:xfrm>
        </p:spPr>
        <p:txBody>
          <a:bodyPr/>
          <a:lstStyle/>
          <a:p>
            <a:pPr algn="ctr"/>
            <a:r>
              <a:rPr lang="zh-CN" altLang="en-US" dirty="0">
                <a:latin typeface="WPS灵秀黑" charset="-122"/>
                <a:ea typeface="WPS灵秀黑" charset="-122"/>
              </a:rPr>
              <a:t> </a:t>
            </a:r>
          </a:p>
        </p:txBody>
      </p:sp>
      <p:pic>
        <p:nvPicPr>
          <p:cNvPr id="11" name="图片占位符 10"/>
          <p:cNvPicPr>
            <a:picLocks noGrp="1"/>
          </p:cNvPicPr>
          <p:nvPr>
            <p:ph type="pic" idx="16390"/>
            <p:custDataLst>
              <p:tags r:id="rId4"/>
            </p:custDataLst>
          </p:nvPr>
        </p:nvPicPr>
        <p:blipFill>
          <a:blip r:embed="rId6">
            <a:extLst>
              <a:ext uri="{96DAC541-7B7A-43D3-8B79-37D633B846F1}">
                <asvg:svgBlip xmlns=""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652617" y="2414117"/>
            <a:ext cx="812800" cy="8128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YWNlODEyNTNiZDQ3MjQ0NmY3YjE0ZDg1M2FjNGU2ODI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AITEMPLATE_STYLE_ID" val="6979662852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  <p:tag name="KSO_WM_UNIT_ISNUMDGMTITLE" val="0"/>
  <p:tag name="KSO_WM_UNIT_NOCLEAR" val="0"/>
  <p:tag name="KSO_WM_TEMPLATE_INDEX" val="40490337"/>
  <p:tag name="KSO_WM_TEMPLATE_CATEGORY" val="custo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  <p:tag name="KSO_WM_UNIT_ISNUMDGMTITLE" val="0"/>
  <p:tag name="KSO_WM_UNIT_NOCLEAR" val="0"/>
  <p:tag name="KSO_WM_TEMPLATE_INDEX" val="40490337"/>
  <p:tag name="KSO_WM_TEMPLATE_CATEGORY" val="custo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3.0"/>
  <p:tag name="KSO_WM_BEAUTIFY_FLAG" val="#wm#"/>
  <p:tag name="KSO_WM_TEMPLATE_CATEGORY" val="custom"/>
  <p:tag name="KSO_WM_TEMPLATE_INDEX" val="40490337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3.0"/>
  <p:tag name="KSO_WM_BEAUTIFY_FLAG" val="#wm#"/>
  <p:tag name="KSO_WM_TEMPLATE_CATEGORY" val="custom"/>
  <p:tag name="KSO_WM_TEMPLATE_INDEX" val="40490337"/>
  <p:tag name="KSO_WM_UNIT_ISNUMDGMTITLE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37"/>
  <p:tag name="KSO_WM_TEMPLATE_CATEGORY" val="custom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37"/>
  <p:tag name="KSO_WM_TEMPLATE_CATEGORY" val="custom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37"/>
  <p:tag name="KSO_WM_TEMPLATE_CATEGORY" val="custom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SUBCATEGORY" val="29"/>
  <p:tag name="KSO_WM_BEAUTIFY_FLAG" val="#wm#"/>
  <p:tag name="KSO_WM_TEMPLATE_SLIDE_ID" val="slide_d799d37ec7ee1a76"/>
  <p:tag name="KSO_WM_TEMPLATE_THUMBS_INDEX" val="1、9"/>
  <p:tag name="KSO_WM_TEMPLATE_INDEX" val="40490337"/>
  <p:tag name="KSO_WM_TEMPLATE_CATEGORY" val="custom"/>
  <p:tag name="KSO_WM_TEMPLATE_MASTER_TYPE" val="0"/>
  <p:tag name="KSO_WM_TAG_VERSION" val="3.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  <p:tag name="KSO_WM_TEMPLATE_INDEX" val="40490337"/>
  <p:tag name="KSO_WM_TEMPLATE_CATEGORY" val="custom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  <p:tag name="KSO_WM_UNIT_ISNUMDGMTITLE" val="0"/>
  <p:tag name="KSO_WM_TEMPLATE_INDEX" val="40490337"/>
  <p:tag name="KSO_WM_TEMPLATE_CATEGORY" val="custom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37"/>
  <p:tag name="KSO_WM_TEMPLATE_CATEGORY" val="custom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37"/>
  <p:tag name="KSO_WM_TEMPLATE_CATEGORY" val="custom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37"/>
  <p:tag name="KSO_WM_TEMPLATE_CATEGORY" val="custom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i*1"/>
  <p:tag name="KSO_WM_UNIT_LAYERLEVEL" val="1"/>
  <p:tag name="KSO_WM_TAG_VERSION" val="3.0"/>
  <p:tag name="KSO_WM_BEAUTIFY_FLAG" val="#wm#"/>
  <p:tag name="KSO_WM_UNIT_TYPE" val="i"/>
  <p:tag name="KSO_WM_UNIT_INDEX" val="1"/>
  <p:tag name="KSO_WM_UNIT_ISNUMDGMTITLE" val="0"/>
  <p:tag name="KSO_WM_UNIT_NOCLEAR" val="0"/>
  <p:tag name="KSO_WM_TEMPLATE_INDEX" val="40490337"/>
  <p:tag name="KSO_WM_TEMPLATE_CATEGORY" val="custom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  <p:tag name="KSO_WM_TEMPLATE_INDEX" val="40490337"/>
  <p:tag name="KSO_WM_TEMPLATE_CATEGORY" val="custom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37"/>
  <p:tag name="KSO_WM_TEMPLATE_CATEGORY" val="custom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37"/>
  <p:tag name="KSO_WM_TEMPLATE_CATEGORY" val="custom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37"/>
  <p:tag name="KSO_WM_TEMPLATE_CATEGORY" val="custom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i*2"/>
  <p:tag name="KSO_WM_UNIT_LAYERLEVEL" val="1"/>
  <p:tag name="KSO_WM_TAG_VERSION" val="3.0"/>
  <p:tag name="KSO_WM_BEAUTIFY_FLAG" val="#wm#"/>
  <p:tag name="KSO_WM_UNIT_TYPE" val="i"/>
  <p:tag name="KSO_WM_UNIT_INDEX" val="2"/>
  <p:tag name="KSO_WM_UNIT_ISNUMDGMTITLE" val="0"/>
  <p:tag name="KSO_WM_UNIT_NOCLEAR" val="0"/>
  <p:tag name="KSO_WM_TEMPLATE_INDEX" val="40490337"/>
  <p:tag name="KSO_WM_TEMPLATE_CATEGORY" val="custo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i*3"/>
  <p:tag name="KSO_WM_UNIT_LAYERLEVEL" val="1"/>
  <p:tag name="KSO_WM_TAG_VERSION" val="3.0"/>
  <p:tag name="KSO_WM_BEAUTIFY_FLAG" val="#wm#"/>
  <p:tag name="KSO_WM_UNIT_TYPE" val="i"/>
  <p:tag name="KSO_WM_UNIT_INDEX" val="3"/>
  <p:tag name="KSO_WM_UNIT_ISNUMDGMTITLE" val="0"/>
  <p:tag name="KSO_WM_UNIT_NOCLEAR" val="0"/>
  <p:tag name="KSO_WM_TEMPLATE_INDEX" val="40490337"/>
  <p:tag name="KSO_WM_TEMPLATE_CATEGORY" val="custo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i*4"/>
  <p:tag name="KSO_WM_UNIT_LAYERLEVEL" val="1"/>
  <p:tag name="KSO_WM_TAG_VERSION" val="3.0"/>
  <p:tag name="KSO_WM_BEAUTIFY_FLAG" val="#wm#"/>
  <p:tag name="KSO_WM_UNIT_TYPE" val="i"/>
  <p:tag name="KSO_WM_UNIT_INDEX" val="4"/>
  <p:tag name="KSO_WM_UNIT_ISNUMDGMTITLE" val="0"/>
  <p:tag name="KSO_WM_UNIT_NOCLEAR" val="0"/>
  <p:tag name="KSO_WM_TEMPLATE_INDEX" val="40490337"/>
  <p:tag name="KSO_WM_TEMPLATE_CATEGORY" val="custo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  <p:tag name="KSO_WM_TEMPLATE_INDEX" val="40490337"/>
  <p:tag name="KSO_WM_TEMPLATE_CATEGORY" val="custom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3*f*1"/>
  <p:tag name="KSO_WM_UNIT_LAYERLEVEL" val="1"/>
  <p:tag name="KSO_WM_TAG_VERSION" val="3.0"/>
  <p:tag name="KSO_WM_BEAUTIFY_FLAG" val="#wm#"/>
  <p:tag name="KSO_WM_UNIT_ISNUMDGMTITLE" val="0"/>
  <p:tag name="KSO_WM_TEMPLATE_INDEX" val="40490337"/>
  <p:tag name="KSO_WM_TEMPLATE_CATEGORY" val="custom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3*f*2"/>
  <p:tag name="KSO_WM_UNIT_LAYERLEVEL" val="1"/>
  <p:tag name="KSO_WM_TAG_VERSION" val="3.0"/>
  <p:tag name="KSO_WM_BEAUTIFY_FLAG" val="#wm#"/>
  <p:tag name="KSO_WM_UNIT_ISNUMDGMTITLE" val="0"/>
  <p:tag name="KSO_WM_TEMPLATE_INDEX" val="40490337"/>
  <p:tag name="KSO_WM_TEMPLATE_CATEGORY" val="custom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37"/>
  <p:tag name="KSO_WM_TEMPLATE_CATEGORY" val="custom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37"/>
  <p:tag name="KSO_WM_TEMPLATE_CATEGORY" val="custom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37"/>
  <p:tag name="KSO_WM_TEMPLATE_CATEGORY" val="custom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  <p:tag name="KSO_WM_TEMPLATE_INDEX" val="40490337"/>
  <p:tag name="KSO_WM_TEMPLATE_CATEGORY" val="custom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4*h_a*1_1"/>
  <p:tag name="KSO_WM_UNIT_LAYERLEVEL" val="1_1"/>
  <p:tag name="KSO_WM_TAG_VERSION" val="3.0"/>
  <p:tag name="KSO_WM_BEAUTIFY_FLAG" val="#wm#"/>
  <p:tag name="KSO_WM_TEMPLATE_INDEX" val="40490337"/>
  <p:tag name="KSO_WM_TEMPLATE_CATEGORY" val="custom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4*h_f*1_1"/>
  <p:tag name="KSO_WM_UNIT_LAYERLEVEL" val="1_1"/>
  <p:tag name="KSO_WM_TAG_VERSION" val="3.0"/>
  <p:tag name="KSO_WM_BEAUTIFY_FLAG" val="#wm#"/>
  <p:tag name="KSO_WM_UNIT_ISNUMDGMTITLE" val="0"/>
  <p:tag name="KSO_WM_TEMPLATE_INDEX" val="40490337"/>
  <p:tag name="KSO_WM_TEMPLATE_CATEGORY" val="custom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4*h_a*2_1"/>
  <p:tag name="KSO_WM_UNIT_LAYERLEVEL" val="1_1"/>
  <p:tag name="KSO_WM_TAG_VERSION" val="3.0"/>
  <p:tag name="KSO_WM_BEAUTIFY_FLAG" val="#wm#"/>
  <p:tag name="KSO_WM_TEMPLATE_INDEX" val="40490337"/>
  <p:tag name="KSO_WM_TEMPLATE_CATEGORY" val="custom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4*h_f*2_1"/>
  <p:tag name="KSO_WM_UNIT_LAYERLEVEL" val="1_1"/>
  <p:tag name="KSO_WM_TAG_VERSION" val="3.0"/>
  <p:tag name="KSO_WM_BEAUTIFY_FLAG" val="#wm#"/>
  <p:tag name="KSO_WM_UNIT_ISNUMDGMTITLE" val="0"/>
  <p:tag name="KSO_WM_TEMPLATE_INDEX" val="40490337"/>
  <p:tag name="KSO_WM_TEMPLATE_CATEGORY" val="custom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37"/>
  <p:tag name="KSO_WM_TEMPLATE_CATEGORY" val="custom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37"/>
  <p:tag name="KSO_WM_TEMPLATE_CATEGORY" val="custom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37"/>
  <p:tag name="KSO_WM_TEMPLATE_CATEGORY" val="custom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  <p:tag name="KSO_WM_TEMPLATE_INDEX" val="40490337"/>
  <p:tag name="KSO_WM_TEMPLATE_CATEGORY" val="custom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37"/>
  <p:tag name="KSO_WM_TEMPLATE_CATEGORY" val="custom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37"/>
  <p:tag name="KSO_WM_TEMPLATE_CATEGORY" val="custom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37"/>
  <p:tag name="KSO_WM_TEMPLATE_CATEGORY" val="custom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37"/>
  <p:tag name="KSO_WM_TEMPLATE_CATEGORY" val="custom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37"/>
  <p:tag name="KSO_WM_TEMPLATE_CATEGORY" val="custom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37"/>
  <p:tag name="KSO_WM_TEMPLATE_CATEGORY" val="custom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7*f*1"/>
  <p:tag name="KSO_WM_UNIT_LAYERLEVEL" val="1"/>
  <p:tag name="KSO_WM_TAG_VERSION" val="3.0"/>
  <p:tag name="KSO_WM_BEAUTIFY_FLAG" val="#wm#"/>
  <p:tag name="KSO_WM_UNIT_ISNUMDGMTITLE" val="0"/>
  <p:tag name="KSO_WM_TEMPLATE_INDEX" val="40490337"/>
  <p:tag name="KSO_WM_TEMPLATE_CATEGORY" val="custom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37"/>
  <p:tag name="KSO_WM_TEMPLATE_CATEGORY" val="custom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37"/>
  <p:tag name="KSO_WM_TEMPLATE_CATEGORY" val="custom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37"/>
  <p:tag name="KSO_WM_TEMPLATE_CATEGORY" val="custom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8*a*1"/>
  <p:tag name="KSO_WM_UNIT_LAYERLEVEL" val="1"/>
  <p:tag name="KSO_WM_TAG_VERSION" val="3.0"/>
  <p:tag name="KSO_WM_BEAUTIFY_FLAG" val="#wm#"/>
  <p:tag name="KSO_WM_TEMPLATE_INDEX" val="40490337"/>
  <p:tag name="KSO_WM_TEMPLATE_CATEGORY" val="custom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8*b*1"/>
  <p:tag name="KSO_WM_UNIT_LAYERLEVEL" val="1"/>
  <p:tag name="KSO_WM_TAG_VERSION" val="3.0"/>
  <p:tag name="KSO_WM_BEAUTIFY_FLAG" val="#wm#"/>
  <p:tag name="KSO_WM_TEMPLATE_INDEX" val="40490337"/>
  <p:tag name="KSO_WM_TEMPLATE_CATEGORY" val="custom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37"/>
  <p:tag name="KSO_WM_TEMPLATE_CATEGORY" val="custom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37"/>
  <p:tag name="KSO_WM_TEMPLATE_CATEGORY" val="custom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37"/>
  <p:tag name="KSO_WM_TEMPLATE_CATEGORY" val="custom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i*1"/>
  <p:tag name="KSO_WM_UNIT_LAYERLEVEL" val="1"/>
  <p:tag name="KSO_WM_TAG_VERSION" val="3.0"/>
  <p:tag name="KSO_WM_BEAUTIFY_FLAG" val="#wm#"/>
  <p:tag name="KSO_WM_UNIT_TYPE" val="i"/>
  <p:tag name="KSO_WM_UNIT_INDEX" val="1"/>
  <p:tag name="KSO_WM_UNIT_ISNUMDGMTITLE" val="0"/>
  <p:tag name="KSO_WM_UNIT_NOCLEAR" val="0"/>
  <p:tag name="KSO_WM_TEMPLATE_INDEX" val="40490337"/>
  <p:tag name="KSO_WM_TEMPLATE_CATEGORY" val="custom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i*2"/>
  <p:tag name="KSO_WM_UNIT_LAYERLEVEL" val="1"/>
  <p:tag name="KSO_WM_TAG_VERSION" val="3.0"/>
  <p:tag name="KSO_WM_BEAUTIFY_FLAG" val="#wm#"/>
  <p:tag name="KSO_WM_UNIT_TYPE" val="i"/>
  <p:tag name="KSO_WM_UNIT_INDEX" val="2"/>
  <p:tag name="KSO_WM_UNIT_ISNUMDGMTITLE" val="0"/>
  <p:tag name="KSO_WM_UNIT_NOCLEAR" val="0"/>
  <p:tag name="KSO_WM_TEMPLATE_INDEX" val="40490337"/>
  <p:tag name="KSO_WM_TEMPLATE_CATEGORY" val="custom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37"/>
  <p:tag name="KSO_WM_TEMPLATE_CATEGORY" val="custom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37"/>
  <p:tag name="KSO_WM_TEMPLATE_CATEGORY" val="custom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37"/>
  <p:tag name="KSO_WM_TEMPLATE_CATEGORY" val="custom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i*3"/>
  <p:tag name="KSO_WM_UNIT_LAYERLEVEL" val="1"/>
  <p:tag name="KSO_WM_TAG_VERSION" val="3.0"/>
  <p:tag name="KSO_WM_BEAUTIFY_FLAG" val="#wm#"/>
  <p:tag name="KSO_WM_UNIT_TYPE" val="i"/>
  <p:tag name="KSO_WM_UNIT_INDEX" val="3"/>
  <p:tag name="KSO_WM_UNIT_ISNUMDGMTITLE" val="0"/>
  <p:tag name="KSO_WM_UNIT_NOCLEAR" val="0"/>
  <p:tag name="KSO_WM_TEMPLATE_INDEX" val="40490337"/>
  <p:tag name="KSO_WM_TEMPLATE_CATEGORY" val="custom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FIGMA_FLAG" val="#fgm#"/>
  <p:tag name="KSO_WM_UNIT_INDEX" val="1"/>
  <p:tag name="KSO_WM_UNIT_SUBTYPE" val="c"/>
  <p:tag name="KSO_WM_UNIT_TEXT_TYPE" val="1"/>
  <p:tag name="KSO_WM_UNIT_TYPE" val="f"/>
  <p:tag name="KSO_WM_UNIT_ID" val="_9*f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337"/>
  <p:tag name="KSO_WM_TEMPLATE_CATEGORY" val="custom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i*4"/>
  <p:tag name="KSO_WM_UNIT_LAYERLEVEL" val="1"/>
  <p:tag name="KSO_WM_TAG_VERSION" val="3.0"/>
  <p:tag name="KSO_WM_BEAUTIFY_FLAG" val="#wm#"/>
  <p:tag name="KSO_WM_UNIT_TYPE" val="i"/>
  <p:tag name="KSO_WM_UNIT_INDEX" val="4"/>
  <p:tag name="KSO_WM_UNIT_ISNUMDGMTITLE" val="0"/>
  <p:tag name="KSO_WM_UNIT_NOCLEAR" val="0"/>
  <p:tag name="KSO_WM_TEMPLATE_INDEX" val="40490337"/>
  <p:tag name="KSO_WM_TEMPLATE_CATEGORY" val="custom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2cf45abdd319cbac3ba80d37ecd40e7f28a4546b"/>
  <p:tag name="KSO_WM_NEWLAYOUT_ID" val="292"/>
  <p:tag name="KSO_WM_UNIT_ID" val="_9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337"/>
  <p:tag name="KSO_WM_TEMPLATE_CATEGORY" val="custom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b"/>
  <p:tag name="KSO_WM_BEAUTIFY_FLAG" val="#wm#"/>
  <p:tag name="KSO_WM_FIGMA_FLAG" val="#fgm#"/>
  <p:tag name="KSO_WM_UNIT_INDEX" val="2"/>
  <p:tag name="KSO_WM_UNIT_TEXT_TYPE" val="1"/>
  <p:tag name="KSO_WM_UNIT_TYPE" val="f"/>
  <p:tag name="KSO_WM_UNIT_ID" val="_9*f*2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337"/>
  <p:tag name="KSO_WM_TEMPLATE_CATEGORY" val="custom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37"/>
  <p:tag name="KSO_WM_TEMPLATE_CATEGORY" val="custom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37"/>
  <p:tag name="KSO_WM_TEMPLATE_CATEGORY" val="custom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37"/>
  <p:tag name="KSO_WM_TEMPLATE_CATEGORY" val="custom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i*1"/>
  <p:tag name="KSO_WM_UNIT_LAYERLEVEL" val="1"/>
  <p:tag name="KSO_WM_TAG_VERSION" val="3.0"/>
  <p:tag name="KSO_WM_BEAUTIFY_FLAG" val="#wm#"/>
  <p:tag name="KSO_WM_UNIT_TYPE" val="i"/>
  <p:tag name="KSO_WM_UNIT_INDEX" val="1"/>
  <p:tag name="KSO_WM_UNIT_ISNUMDGMTITLE" val="0"/>
  <p:tag name="KSO_WM_UNIT_NOCLEAR" val="0"/>
  <p:tag name="KSO_WM_TEMPLATE_INDEX" val="40490337"/>
  <p:tag name="KSO_WM_TEMPLATE_CATEGORY" val="custom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i*2"/>
  <p:tag name="KSO_WM_UNIT_LAYERLEVEL" val="1"/>
  <p:tag name="KSO_WM_TAG_VERSION" val="3.0"/>
  <p:tag name="KSO_WM_BEAUTIFY_FLAG" val="#wm#"/>
  <p:tag name="KSO_WM_UNIT_TYPE" val="i"/>
  <p:tag name="KSO_WM_UNIT_INDEX" val="2"/>
  <p:tag name="KSO_WM_UNIT_ISNUMDGMTITLE" val="0"/>
  <p:tag name="KSO_WM_UNIT_NOCLEAR" val="0"/>
  <p:tag name="KSO_WM_TEMPLATE_INDEX" val="40490337"/>
  <p:tag name="KSO_WM_TEMPLATE_CATEGORY" val="custom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i*3"/>
  <p:tag name="KSO_WM_UNIT_LAYERLEVEL" val="1"/>
  <p:tag name="KSO_WM_TAG_VERSION" val="3.0"/>
  <p:tag name="KSO_WM_BEAUTIFY_FLAG" val="#wm#"/>
  <p:tag name="KSO_WM_UNIT_TYPE" val="i"/>
  <p:tag name="KSO_WM_UNIT_INDEX" val="3"/>
  <p:tag name="KSO_WM_UNIT_ISNUMDGMTITLE" val="0"/>
  <p:tag name="KSO_WM_UNIT_NOCLEAR" val="0"/>
  <p:tag name="KSO_WM_TEMPLATE_INDEX" val="40490337"/>
  <p:tag name="KSO_WM_TEMPLATE_CATEGORY" val="custom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9651cb9a7169b7081cd5641c479a498b5567b401"/>
  <p:tag name="KSO_WM_NEWLAYOUT_ID" val="300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337"/>
  <p:tag name="KSO_WM_TEMPLATE_CATEGORY" val="custom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节编号"/>
  <p:tag name="KSO_WM_BEAUTIFY_FLAG" val="#wm#"/>
  <p:tag name="KSO_WM_FIGMA_FLAG" val="#fgm#"/>
  <p:tag name="KSO_WM_UNIT_INDEX" val="1"/>
  <p:tag name="KSO_WM_UNIT_TYPE" val="e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337"/>
  <p:tag name="KSO_WM_TEMPLATE_CATEGORY" val="custom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BEAUTIFY_FLAG" val="#wm#"/>
  <p:tag name="KSO_WM_UNIT_TYPE" val="i"/>
  <p:tag name="KSO_WM_UNIT_INDEX" val="1"/>
  <p:tag name="KSO_WM_UNIT_ISNUMDGMTITLE" val="0"/>
  <p:tag name="KSO_WM_UNIT_NOCLEAR" val="0"/>
  <p:tag name="KSO_WM_TEMPLATE_INDEX" val="40490337"/>
  <p:tag name="KSO_WM_TEMPLATE_CATEGORY" val="custom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ISNUMDGMTITLE" val="0"/>
  <p:tag name="KSO_WM_TEMPLATE_INDEX" val="40490337"/>
  <p:tag name="KSO_WM_TEMPLATE_CATEGORY" val="custom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37"/>
  <p:tag name="KSO_WM_TEMPLATE_CATEGORY" val="custom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37"/>
  <p:tag name="KSO_WM_TEMPLATE_CATEGORY" val="custom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BEAUTIFY_FLAG" val="#wm#"/>
  <p:tag name="KSO_WM_UNIT_TYPE" val="i"/>
  <p:tag name="KSO_WM_UNIT_INDEX" val="2"/>
  <p:tag name="KSO_WM_UNIT_ISNUMDGMTITLE" val="0"/>
  <p:tag name="KSO_WM_UNIT_NOCLEAR" val="0"/>
  <p:tag name="KSO_WM_TEMPLATE_INDEX" val="40490337"/>
  <p:tag name="KSO_WM_TEMPLATE_CATEGORY" val="custom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3.0"/>
  <p:tag name="KSO_WM_BEAUTIFY_FLAG" val="#wm#"/>
  <p:tag name="KSO_WM_UNIT_TYPE" val="i"/>
  <p:tag name="KSO_WM_UNIT_INDEX" val="3"/>
  <p:tag name="KSO_WM_UNIT_ISNUMDGMTITLE" val="0"/>
  <p:tag name="KSO_WM_UNIT_NOCLEAR" val="0"/>
  <p:tag name="KSO_WM_TEMPLATE_INDEX" val="40490337"/>
  <p:tag name="KSO_WM_TEMPLATE_CATEGORY" val="custom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3.0"/>
  <p:tag name="KSO_WM_BEAUTIFY_FLAG" val="#wm#"/>
  <p:tag name="KSO_WM_UNIT_TYPE" val="i"/>
  <p:tag name="KSO_WM_UNIT_INDEX" val="4"/>
  <p:tag name="KSO_WM_UNIT_ISNUMDGMTITLE" val="0"/>
  <p:tag name="KSO_WM_UNIT_NOCLEAR" val="0"/>
  <p:tag name="KSO_WM_TEMPLATE_INDEX" val="40490337"/>
  <p:tag name="KSO_WM_TEMPLATE_CATEGORY" val="custom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b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337"/>
  <p:tag name="KSO_WM_TEMPLATE_CATEGORY" val="custom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98c062d5562cbd181e322a5d69348e0f2e4356b6"/>
  <p:tag name="KSO_WM_NEWLAYOUT_ID" val="304"/>
  <p:tag name="KSO_WM_UNIT_ID" val="_11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337"/>
  <p:tag name="KSO_WM_TEMPLATE_CATEGORY" val="custom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37"/>
  <p:tag name="KSO_WM_TEMPLATE_CATEGORY" val="custom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37"/>
  <p:tag name="KSO_WM_TEMPLATE_CATEGORY" val="custom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37"/>
  <p:tag name="KSO_WM_TEMPLATE_CATEGORY" val="custom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3e1589afd567ea1c62926cad082fde28b9546263"/>
  <p:tag name="KSO_WM_NEWLAYOUT_ID" val="1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1_2"/>
  <p:tag name="KSO_WM_UNIT_TYPE" val="l_h_i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2_2"/>
  <p:tag name="KSO_WM_UNIT_TYPE" val="l_h_i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3_2"/>
  <p:tag name="KSO_WM_UNIT_TYPE" val="l_h_i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4_2"/>
  <p:tag name="KSO_WM_UNIT_TYPE" val="l_h_i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  <p:tag name="KSO_WM_UNIT_ISNUMDGMTITLE" val="0"/>
  <p:tag name="KSO_WM_UNIT_NOCLEAR" val="0"/>
  <p:tag name="KSO_WM_TEMPLATE_INDEX" val="40490337"/>
  <p:tag name="KSO_WM_TEMPLATE_CATEGORY" val="custom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  <p:tag name="KSO_WM_UNIT_ISNUMDGMTITLE" val="0"/>
  <p:tag name="KSO_WM_UNIT_NOCLEAR" val="0"/>
  <p:tag name="KSO_WM_TEMPLATE_INDEX" val="40490337"/>
  <p:tag name="KSO_WM_TEMPLATE_CATEGORY" val="custom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3.0"/>
  <p:tag name="KSO_WM_BEAUTIFY_FLAG" val="#wm#"/>
  <p:tag name="KSO_WM_TEMPLATE_CATEGORY" val="custom"/>
  <p:tag name="KSO_WM_TEMPLATE_INDEX" val="40490337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3.0"/>
  <p:tag name="KSO_WM_BEAUTIFY_FLAG" val="#wm#"/>
  <p:tag name="KSO_WM_TEMPLATE_CATEGORY" val="custom"/>
  <p:tag name="KSO_WM_TEMPLATE_INDEX" val="40490337"/>
  <p:tag name="KSO_WM_UNIT_ISNUMDGMTITLE" val="0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37"/>
  <p:tag name="KSO_WM_TEMPLATE_CATEGORY" val="custom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37"/>
  <p:tag name="KSO_WM_TEMPLATE_CATEGORY" val="custom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37"/>
  <p:tag name="KSO_WM_TEMPLATE_CATEGORY" val="custom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SUBCATEGORY" val="29"/>
  <p:tag name="KSO_WM_BEAUTIFY_FLAG" val="#wm#"/>
  <p:tag name="KSO_WM_TEMPLATE_SLIDE_ID" val="slide_d799d37ec7ee1a76"/>
  <p:tag name="KSO_WM_TEMPLATE_THUMBS_INDEX" val="1、9"/>
  <p:tag name="KSO_WM_TEMPLATE_INDEX" val="40490337"/>
  <p:tag name="KSO_WM_TEMPLATE_CATEGORY" val="custom"/>
  <p:tag name="KSO_WM_TEMPLATE_MASTER_TYPE" val="0"/>
  <p:tag name="KSO_WM_TAG_VERSION" val="3.0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37"/>
  <p:tag name="KSO_WM_TEMPLATE_CATEGORY" val="custom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37"/>
  <p:tag name="KSO_WM_TEMPLATE_CATEGORY" val="custom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37"/>
  <p:tag name="KSO_WM_TEMPLATE_CATEGORY" val="custom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04c7b403194c1c31fce68def82c38ac38a9b7ec6"/>
  <p:tag name="KSO_WM_NEWLAYOUT_GROUP_ID" val="layout_1-5"/>
  <p:tag name="KSO_WM_NEWLAYOUT_ID" val="slide_ba60fb0293b23fda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2"/>
  <p:tag name="KSO_WM_UNIT_TYPE" val="l_h_i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SUBTYPE" val="d"/>
  <p:tag name="KSO_WM_UNIT_TYPE" val="l_h_i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5_2"/>
  <p:tag name="KSO_WM_UNIT_TYPE" val="l_h_i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6_1"/>
  <p:tag name="KSO_WM_UNIT_SUBTYPE" val="d"/>
  <p:tag name="KSO_WM_UNIT_TYPE" val="l_h_i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6_2"/>
  <p:tag name="KSO_WM_UNIT_TYPE" val="l_h_i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6_1"/>
  <p:tag name="KSO_WM_UNIT_TYPE" val="l_h_a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  <p:tag name="KSO_WM_UNIT_ISNUMDGMTITLE" val="0"/>
  <p:tag name="KSO_WM_UNIT_NOCLEAR" val="0"/>
  <p:tag name="KSO_WM_TEMPLATE_INDEX" val="40490337"/>
  <p:tag name="KSO_WM_TEMPLATE_CATEGORY" val="custom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  <p:tag name="KSO_WM_UNIT_ISNUMDGMTITLE" val="0"/>
  <p:tag name="KSO_WM_UNIT_NOCLEAR" val="0"/>
  <p:tag name="KSO_WM_TEMPLATE_INDEX" val="40490337"/>
  <p:tag name="KSO_WM_TEMPLATE_CATEGORY" val="custom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3.0"/>
  <p:tag name="KSO_WM_BEAUTIFY_FLAG" val="#wm#"/>
  <p:tag name="KSO_WM_TEMPLATE_CATEGORY" val="custom"/>
  <p:tag name="KSO_WM_TEMPLATE_INDEX" val="40490337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3.0"/>
  <p:tag name="KSO_WM_BEAUTIFY_FLAG" val="#wm#"/>
  <p:tag name="KSO_WM_TEMPLATE_CATEGORY" val="custom"/>
  <p:tag name="KSO_WM_TEMPLATE_INDEX" val="40490337"/>
  <p:tag name="KSO_WM_UNIT_ISNUMDGMTITLE" val="0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37"/>
  <p:tag name="KSO_WM_TEMPLATE_CATEGORY" val="custom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37"/>
  <p:tag name="KSO_WM_TEMPLATE_CATEGORY" val="custom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37"/>
  <p:tag name="KSO_WM_TEMPLATE_CATEGORY" val="custom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SUBCATEGORY" val="29"/>
  <p:tag name="KSO_WM_BEAUTIFY_FLAG" val="#wm#"/>
  <p:tag name="KSO_WM_TEMPLATE_SLIDE_ID" val="slide_d799d37ec7ee1a76"/>
  <p:tag name="KSO_WM_TEMPLATE_THUMBS_INDEX" val="1、9"/>
  <p:tag name="KSO_WM_TEMPLATE_INDEX" val="40490337"/>
  <p:tag name="KSO_WM_TEMPLATE_CATEGORY" val="custom"/>
  <p:tag name="KSO_WM_TEMPLATE_MASTER_TYPE" val="0"/>
  <p:tag name="KSO_WM_TAG_VERSION" val="3.0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37"/>
  <p:tag name="KSO_WM_TEMPLATE_CATEGORY" val="custom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37"/>
  <p:tag name="KSO_WM_TEMPLATE_CATEGORY" val="custom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37"/>
  <p:tag name="KSO_WM_TEMPLATE_CATEGORY" val="custom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db69a2564d84d52ace41a1592ec7762fd79941d"/>
  <p:tag name="KSO_WM_NEWLAYOUT_GROUP_ID" val="layout_30"/>
  <p:tag name="KSO_WM_NEWLAYOUT_ID" val="slide_e6fc15e515dead05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  <p:tag name="KSO_WM_UNIT_ISNUMDGMTITLE" val="0"/>
  <p:tag name="KSO_WM_UNIT_NOCLEAR" val="0"/>
  <p:tag name="KSO_WM_TEMPLATE_INDEX" val="40490337"/>
  <p:tag name="KSO_WM_TEMPLATE_CATEGORY" val="custom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  <p:tag name="KSO_WM_UNIT_ISNUMDGMTITLE" val="0"/>
  <p:tag name="KSO_WM_UNIT_NOCLEAR" val="0"/>
  <p:tag name="KSO_WM_TEMPLATE_INDEX" val="40490337"/>
  <p:tag name="KSO_WM_TEMPLATE_CATEGORY" val="custom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3.0"/>
  <p:tag name="KSO_WM_BEAUTIFY_FLAG" val="#wm#"/>
  <p:tag name="KSO_WM_TEMPLATE_CATEGORY" val="custom"/>
  <p:tag name="KSO_WM_TEMPLATE_INDEX" val="40490337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3.0"/>
  <p:tag name="KSO_WM_BEAUTIFY_FLAG" val="#wm#"/>
  <p:tag name="KSO_WM_TEMPLATE_CATEGORY" val="custom"/>
  <p:tag name="KSO_WM_TEMPLATE_INDEX" val="40490337"/>
  <p:tag name="KSO_WM_UNIT_ISNUMDGMTITLE" val="0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37"/>
  <p:tag name="KSO_WM_TEMPLATE_CATEGORY" val="custom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37"/>
  <p:tag name="KSO_WM_TEMPLATE_CATEGORY" val="custom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37"/>
  <p:tag name="KSO_WM_TEMPLATE_CATEGORY" val="custom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SUBCATEGORY" val="29"/>
  <p:tag name="KSO_WM_BEAUTIFY_FLAG" val="#wm#"/>
  <p:tag name="KSO_WM_TEMPLATE_SLIDE_ID" val="slide_d799d37ec7ee1a76"/>
  <p:tag name="KSO_WM_TEMPLATE_THUMBS_INDEX" val="1、9"/>
  <p:tag name="KSO_WM_TEMPLATE_INDEX" val="40490337"/>
  <p:tag name="KSO_WM_TEMPLATE_CATEGORY" val="custom"/>
  <p:tag name="KSO_WM_TEMPLATE_MASTER_TYPE" val="0"/>
  <p:tag name="KSO_WM_TAG_VERSION" val="3.0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37"/>
  <p:tag name="KSO_WM_TEMPLATE_CATEGORY" val="custom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37"/>
  <p:tag name="KSO_WM_TEMPLATE_CATEGORY" val="custom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37"/>
  <p:tag name="KSO_WM_TEMPLATE_CATEGORY" val="custom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4a581a5d5857b252a84842f80c18d28b147de28"/>
  <p:tag name="KSO_WM_NEWLAYOUT_GROUP_ID" val="layout_2"/>
  <p:tag name="KSO_WM_NEWLAYOUT_ID" val="slide_0494771ff88aefe6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dk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  <p:tag name="KSO_WM_UNIT_ISNUMDGMTITLE" val="0"/>
  <p:tag name="KSO_WM_UNIT_NOCLEAR" val="0"/>
  <p:tag name="KSO_WM_TEMPLATE_INDEX" val="40490337"/>
  <p:tag name="KSO_WM_TEMPLATE_CATEGORY" val="custom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  <p:tag name="KSO_WM_UNIT_ISNUMDGMTITLE" val="0"/>
  <p:tag name="KSO_WM_UNIT_NOCLEAR" val="0"/>
  <p:tag name="KSO_WM_TEMPLATE_INDEX" val="40490337"/>
  <p:tag name="KSO_WM_TEMPLATE_CATEGORY" val="custom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3.0"/>
  <p:tag name="KSO_WM_BEAUTIFY_FLAG" val="#wm#"/>
  <p:tag name="KSO_WM_TEMPLATE_CATEGORY" val="custom"/>
  <p:tag name="KSO_WM_TEMPLATE_INDEX" val="40490337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3.0"/>
  <p:tag name="KSO_WM_BEAUTIFY_FLAG" val="#wm#"/>
  <p:tag name="KSO_WM_TEMPLATE_CATEGORY" val="custom"/>
  <p:tag name="KSO_WM_TEMPLATE_INDEX" val="40490337"/>
  <p:tag name="KSO_WM_UNIT_ISNUMDGMTITLE" val="0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37"/>
  <p:tag name="KSO_WM_TEMPLATE_CATEGORY" val="custom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37"/>
  <p:tag name="KSO_WM_TEMPLATE_CATEGORY" val="custom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37"/>
  <p:tag name="KSO_WM_TEMPLATE_CATEGORY" val="custom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SUBCATEGORY" val="29"/>
  <p:tag name="KSO_WM_BEAUTIFY_FLAG" val="#wm#"/>
  <p:tag name="KSO_WM_TEMPLATE_SLIDE_ID" val="slide_d799d37ec7ee1a76"/>
  <p:tag name="KSO_WM_TEMPLATE_THUMBS_INDEX" val="1、9"/>
  <p:tag name="KSO_WM_TEMPLATE_INDEX" val="40490337"/>
  <p:tag name="KSO_WM_TEMPLATE_CATEGORY" val="custom"/>
  <p:tag name="KSO_WM_TEMPLATE_MASTER_TYPE" val="0"/>
  <p:tag name="KSO_WM_TAG_VERSION" val="3.0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37"/>
  <p:tag name="KSO_WM_TEMPLATE_CATEGORY" val="custom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37"/>
  <p:tag name="KSO_WM_TEMPLATE_CATEGORY" val="custom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37"/>
  <p:tag name="KSO_WM_TEMPLATE_CATEGORY" val="custom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ac7134e0ab4cc4c2a59b517de1fde5c6f55f626"/>
  <p:tag name="KSO_WM_NEWLAYOUT_GROUP_ID" val="layout_10003"/>
  <p:tag name="KSO_WM_NEWLAYOUT_ID" val="slide_0494728cf98ea3e0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dk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dk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  <p:tag name="KSO_WM_UNIT_ISNUMDGMTITLE" val="0"/>
  <p:tag name="KSO_WM_UNIT_NOCLEAR" val="0"/>
  <p:tag name="KSO_WM_TEMPLATE_INDEX" val="40490337"/>
  <p:tag name="KSO_WM_TEMPLATE_CATEGORY" val="custom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  <p:tag name="KSO_WM_UNIT_ISNUMDGMTITLE" val="0"/>
  <p:tag name="KSO_WM_UNIT_NOCLEAR" val="0"/>
  <p:tag name="KSO_WM_TEMPLATE_INDEX" val="40490337"/>
  <p:tag name="KSO_WM_TEMPLATE_CATEGORY" val="custom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3.0"/>
  <p:tag name="KSO_WM_BEAUTIFY_FLAG" val="#wm#"/>
  <p:tag name="KSO_WM_TEMPLATE_CATEGORY" val="custom"/>
  <p:tag name="KSO_WM_TEMPLATE_INDEX" val="40490337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3.0"/>
  <p:tag name="KSO_WM_BEAUTIFY_FLAG" val="#wm#"/>
  <p:tag name="KSO_WM_TEMPLATE_CATEGORY" val="custom"/>
  <p:tag name="KSO_WM_TEMPLATE_INDEX" val="40490337"/>
  <p:tag name="KSO_WM_UNIT_ISNUMDGMTITLE" val="0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37"/>
  <p:tag name="KSO_WM_TEMPLATE_CATEGORY" val="custom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37"/>
  <p:tag name="KSO_WM_TEMPLATE_CATEGORY" val="custom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37"/>
  <p:tag name="KSO_WM_TEMPLATE_CATEGORY" val="custom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SUBCATEGORY" val="29"/>
  <p:tag name="KSO_WM_BEAUTIFY_FLAG" val="#wm#"/>
  <p:tag name="KSO_WM_TEMPLATE_SLIDE_ID" val="slide_d799d37ec7ee1a76"/>
  <p:tag name="KSO_WM_TEMPLATE_THUMBS_INDEX" val="1、9"/>
  <p:tag name="KSO_WM_TEMPLATE_INDEX" val="40490337"/>
  <p:tag name="KSO_WM_TEMPLATE_CATEGORY" val="custom"/>
  <p:tag name="KSO_WM_TEMPLATE_MASTER_TYPE" val="0"/>
  <p:tag name="KSO_WM_TAG_VERSION" val="3.0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37"/>
  <p:tag name="KSO_WM_TEMPLATE_CATEGORY" val="custom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37"/>
  <p:tag name="KSO_WM_TEMPLATE_CATEGORY" val="custom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37"/>
  <p:tag name="KSO_WM_TEMPLATE_CATEGORY" val="custom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456188c06b5fb38f45fdfa6d3f4ded276428faf"/>
  <p:tag name="KSO_WM_NEWLAYOUT_GROUP_ID" val="layout_42"/>
  <p:tag name="KSO_WM_NEWLAYOUT_ID" val="slide_571a162227aec5fc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37"/>
  <p:tag name="KSO_WM_TEMPLATE_CATEGORY" val="custom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37"/>
  <p:tag name="KSO_WM_TEMPLATE_CATEGORY" val="custom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37"/>
  <p:tag name="KSO_WM_TEMPLATE_CATEGORY" val="custom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268ad0003447d82e1d80a5500e0a96c7c2f0650"/>
  <p:tag name="KSO_WM_NEWLAYOUT_GROUP_ID" val="layout_26"/>
  <p:tag name="KSO_WM_NEWLAYOUT_ID" val="slide_1782e10a2508866f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dk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dk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  <p:tag name="KSO_WM_UNIT_ISNUMDGMTITLE" val="0"/>
  <p:tag name="KSO_WM_UNIT_NOCLEAR" val="0"/>
  <p:tag name="KSO_WM_TEMPLATE_INDEX" val="40490337"/>
  <p:tag name="KSO_WM_TEMPLATE_CATEGORY" val="custom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  <p:tag name="KSO_WM_UNIT_ISNUMDGMTITLE" val="0"/>
  <p:tag name="KSO_WM_UNIT_NOCLEAR" val="0"/>
  <p:tag name="KSO_WM_TEMPLATE_INDEX" val="40490337"/>
  <p:tag name="KSO_WM_TEMPLATE_CATEGORY" val="custom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3.0"/>
  <p:tag name="KSO_WM_BEAUTIFY_FLAG" val="#wm#"/>
  <p:tag name="KSO_WM_TEMPLATE_CATEGORY" val="custom"/>
  <p:tag name="KSO_WM_TEMPLATE_INDEX" val="40490337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3.0"/>
  <p:tag name="KSO_WM_BEAUTIFY_FLAG" val="#wm#"/>
  <p:tag name="KSO_WM_TEMPLATE_CATEGORY" val="custom"/>
  <p:tag name="KSO_WM_TEMPLATE_INDEX" val="40490337"/>
  <p:tag name="KSO_WM_UNIT_ISNUMDGMTITLE" val="0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37"/>
  <p:tag name="KSO_WM_TEMPLATE_CATEGORY" val="custom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37"/>
  <p:tag name="KSO_WM_TEMPLATE_CATEGORY" val="custom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37"/>
  <p:tag name="KSO_WM_TEMPLATE_CATEGORY" val="custom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SUBCATEGORY" val="29"/>
  <p:tag name="KSO_WM_BEAUTIFY_FLAG" val="#wm#"/>
  <p:tag name="KSO_WM_TEMPLATE_SLIDE_ID" val="slide_d799d37ec7ee1a76"/>
  <p:tag name="KSO_WM_TEMPLATE_THUMBS_INDEX" val="1、9"/>
  <p:tag name="KSO_WM_TEMPLATE_INDEX" val="40490337"/>
  <p:tag name="KSO_WM_TEMPLATE_CATEGORY" val="custom"/>
  <p:tag name="KSO_WM_TEMPLATE_MASTER_TYPE" val="0"/>
  <p:tag name="KSO_WM_TAG_VERSION" val="3.0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37"/>
  <p:tag name="KSO_WM_TEMPLATE_CATEGORY" val="custom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37"/>
  <p:tag name="KSO_WM_TEMPLATE_CATEGORY" val="custom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37"/>
  <p:tag name="KSO_WM_TEMPLATE_CATEGORY" val="custom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ba11d1b03dfa173cdcc7372e12fcea77a89157a"/>
  <p:tag name="KSO_WM_NEWLAYOUT_GROUP_ID" val="layout_63"/>
  <p:tag name="KSO_WM_NEWLAYOUT_ID" val="slide_cd21ea65db8caf9f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  <p:tag name="KSO_WM_UNIT_ISNUMDGMTITLE" val="0"/>
  <p:tag name="KSO_WM_UNIT_NOCLEAR" val="0"/>
  <p:tag name="KSO_WM_TEMPLATE_INDEX" val="40490337"/>
  <p:tag name="KSO_WM_TEMPLATE_CATEGORY" val="custom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  <p:tag name="KSO_WM_UNIT_ISNUMDGMTITLE" val="0"/>
  <p:tag name="KSO_WM_UNIT_NOCLEAR" val="0"/>
  <p:tag name="KSO_WM_TEMPLATE_INDEX" val="40490337"/>
  <p:tag name="KSO_WM_TEMPLATE_CATEGORY" val="custom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3.0"/>
  <p:tag name="KSO_WM_BEAUTIFY_FLAG" val="#wm#"/>
  <p:tag name="KSO_WM_TEMPLATE_CATEGORY" val="custom"/>
  <p:tag name="KSO_WM_TEMPLATE_INDEX" val="40490337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3.0"/>
  <p:tag name="KSO_WM_BEAUTIFY_FLAG" val="#wm#"/>
  <p:tag name="KSO_WM_TEMPLATE_CATEGORY" val="custom"/>
  <p:tag name="KSO_WM_TEMPLATE_INDEX" val="40490337"/>
  <p:tag name="KSO_WM_UNIT_ISNUMDGMTITLE" val="0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37"/>
  <p:tag name="KSO_WM_TEMPLATE_CATEGORY" val="custom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37"/>
  <p:tag name="KSO_WM_TEMPLATE_CATEGORY" val="custom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37"/>
  <p:tag name="KSO_WM_TEMPLATE_CATEGORY" val="custom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SUBCATEGORY" val="29"/>
  <p:tag name="KSO_WM_BEAUTIFY_FLAG" val="#wm#"/>
  <p:tag name="KSO_WM_TEMPLATE_SLIDE_ID" val="slide_d799d37ec7ee1a76"/>
  <p:tag name="KSO_WM_TEMPLATE_THUMBS_INDEX" val="1、9"/>
  <p:tag name="KSO_WM_TEMPLATE_INDEX" val="40490337"/>
  <p:tag name="KSO_WM_TEMPLATE_CATEGORY" val="custom"/>
  <p:tag name="KSO_WM_TEMPLATE_MASTER_TYPE" val="0"/>
  <p:tag name="KSO_WM_TAG_VERSION" val="3.0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37"/>
  <p:tag name="KSO_WM_TEMPLATE_CATEGORY" val="custom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37"/>
  <p:tag name="KSO_WM_TEMPLATE_CATEGORY" val="custom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37"/>
  <p:tag name="KSO_WM_TEMPLATE_CATEGORY" val="custom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a6579f99a15e6dfe89509aa921c7f43c4af48e2"/>
  <p:tag name="KSO_WM_NEWLAYOUT_GROUP_ID" val="layout_3"/>
  <p:tag name="KSO_WM_NEWLAYOUT_ID" val="slide_ab13dcddb777c9c4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7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8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CONTENT_ORIENTATION" val="left"/>
  <p:tag name="KSO_WM_SLIDE_HAS_MASK" val="0"/>
  <p:tag name="KSO_WM_SLIDE_ITEM_CNT" val="0"/>
  <p:tag name="KSO_WM_SLIDE_TYPE" val="title"/>
  <p:tag name="KSO_WM_TEMPLATE_SUBCATEGORY" val="29"/>
  <p:tag name="KSO_WM_BEAUTIFY_FLAG" val="#wm#"/>
  <p:tag name="KSO_WM_TEMPLATE_SLIDE_ID" val="slide_d799d37ec7ee1a76"/>
  <p:tag name="KSO_WM_TEMPLATE_THUMBS_INDEX" val="1、9"/>
  <p:tag name="KSO_WM_TEMPLATE_INDEX" val="40490337"/>
  <p:tag name="KSO_WM_TEMPLATE_CATEGORY" val="custom"/>
  <p:tag name="KSO_WM_SLIDE_INDEX" val="1"/>
  <p:tag name="KSO_WM_SLIDE_ID" val="custom40490337_1"/>
  <p:tag name="KSO_WM_TEMPLATE_MASTER_TYPE" val="0"/>
  <p:tag name="KSO_WM_SLIDE_LAYOUT" val="a_f"/>
  <p:tag name="KSO_WM_SLIDE_LAYOUT_CNT" val="1_2"/>
  <p:tag name="KSO_WM_TAG_VERSION" val="3.0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2cf45abdd319cbac3ba80d37ecd40e7f28a4546b"/>
  <p:tag name="KSO_WM_NEWLAYOUT_ID" val="292"/>
  <p:tag name="KSO_WM_UNIT_PRESET_TEXT" val="单击此处&#10;添加文档标题"/>
  <p:tag name="KSO_WM_UNIT_ID" val="_9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337"/>
  <p:tag name="KSO_WM_TEMPLATE_CATEGORY" val="custom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2cf45abdd319cbac3ba80d37ecd40e7f28a4546b"/>
  <p:tag name="KSO_WM_NEWLAYOUT_ID" val="292"/>
  <p:tag name="KSO_WM_UNIT_PRESET_TEXT" val="单击此处&#10;添加文档标题"/>
  <p:tag name="KSO_WM_UNIT_ID" val="_9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337"/>
  <p:tag name="KSO_WM_TEMPLATE_CATEGORY" val="custom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CONTENT_ORIENTATION" val=""/>
  <p:tag name="KSO_WM_SLIDE_HAS_MASK" val="0"/>
  <p:tag name="KSO_WM_SLIDE_ITEM_CNT" val="6"/>
  <p:tag name="KSO_WM_SLIDE_TYPE" val="contents"/>
  <p:tag name="KSO_WM_TEMPLATE_SUBCATEGORY" val="29"/>
  <p:tag name="KSO_WM_BEAUTIFY_FLAG" val="#wm#"/>
  <p:tag name="KSO_WM_TEMPLATE_FIGMA_ID" val="69796628528"/>
  <p:tag name="KSO_WM_TEMPLATE_SLIDE_ID" val="slide_ba60fb0293b23fda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  <p:tag name="KSO_WM_UNIT_PRESET_TEXT" val="01"/>
  <p:tag name="KSO_WM_SLIDE_FIGMA_DIAGRAM" val="1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  <p:tag name="KSO_WM_UNIT_PRESET_TEXT" val=" "/>
  <p:tag name="KSO_WM_SLIDE_FIGMA_DIAGRAM" val="1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  <p:tag name="KSO_WM_SLIDE_FIGMA_DIAGRAM" val="1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  <p:tag name="KSO_WM_UNIT_PRESET_TEXT" val="02"/>
  <p:tag name="KSO_WM_SLIDE_FIGMA_DIAGRAM" val="1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  <p:tag name="KSO_WM_UNIT_PRESET_TEXT" val=" "/>
  <p:tag name="KSO_WM_SLIDE_FIGMA_DIAGRAM" val="1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  <p:tag name="KSO_WM_SLIDE_FIGMA_DIAGRAM" val="1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  <p:tag name="KSO_WM_UNIT_PRESET_TEXT" val="03"/>
  <p:tag name="KSO_WM_SLIDE_FIGMA_DIAGRAM" val="1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  <p:tag name="KSO_WM_UNIT_PRESET_TEXT" val=" "/>
  <p:tag name="KSO_WM_SLIDE_FIGMA_DIAGRAM" val="1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  <p:tag name="KSO_WM_SLIDE_FIGMA_DIAGRAM" val="1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  <p:tag name="KSO_WM_UNIT_PRESET_TEXT" val="04"/>
  <p:tag name="KSO_WM_SLIDE_FIGMA_DIAGRAM" val="1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2"/>
  <p:tag name="KSO_WM_UNIT_TYPE" val="l_h_i"/>
  <p:tag name="KSO_WM_UNIT_PRESET_TEXT" val=" "/>
  <p:tag name="KSO_WM_SLIDE_FIGMA_DIAGRAM" val="1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单击此处添加项标题"/>
  <p:tag name="KSO_WM_SLIDE_FIGMA_DIAGRAM" val="1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  <p:tag name="KSO_WM_UNIT_PRESET_TEXT" val="04"/>
  <p:tag name="KSO_WM_SLIDE_FIGMA_DIAGRAM" val="1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  <p:tag name="KSO_WM_UNIT_PRESET_TEXT" val=" "/>
  <p:tag name="KSO_WM_SLIDE_FIGMA_DIAGRAM" val="1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  <p:tag name="KSO_WM_SLIDE_FIGMA_DIAGRAM" val="1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  <p:tag name="KSO_WM_SLIDE_FIGMA_DIAGRAM" val="1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  <p:tag name="KSO_WM_UNIT_PRESET_TEXT" val="04"/>
  <p:tag name="KSO_WM_SLIDE_FIGMA_DIAGRAM" val="1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2"/>
  <p:tag name="KSO_WM_UNIT_TYPE" val="l_h_i"/>
  <p:tag name="KSO_WM_UNIT_PRESET_TEXT" val=" "/>
  <p:tag name="KSO_WM_SLIDE_FIGMA_DIAGRAM" val="1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节编号"/>
  <p:tag name="KSO_WM_BEAUTIFY_FLAG" val="#wm#"/>
  <p:tag name="KSO_WM_FIGMA_FLAG" val="#fgm#"/>
  <p:tag name="KSO_WM_UNIT_INDEX" val="1"/>
  <p:tag name="KSO_WM_UNIT_TYPE" val="e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337"/>
  <p:tag name="KSO_WM_TEMPLATE_CATEGORY" val="custom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9651cb9a7169b7081cd5641c479a498b5567b401"/>
  <p:tag name="KSO_WM_NEWLAYOUT_ID" val="300"/>
  <p:tag name="KSO_WM_UNIT_PRESET_TEXT" val="单击此处添加章节标题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337"/>
  <p:tag name="KSO_WM_TEMPLATE_CATEGORY" val="custom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28528"/>
  <p:tag name="KSO_WM_TEMPLATE_SLIDE_ID" val="slide_e6fc15e515dead05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db69a2564d84d52ace41a1592ec7762fd79941d"/>
  <p:tag name="KSO_WM_NEWLAYOUT_GROUP_ID" val="layout_30"/>
  <p:tag name="KSO_WM_NEWLAYOUT_ID" val="slide_e6fc15e515dead05"/>
  <p:tag name="KSO_WM_UNIT_PRESET_TEXT" val="单击此处添加标题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28528"/>
  <p:tag name="KSO_WM_TEMPLATE_SLIDE_ID" val="slide_0494771ff88aefe6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4a581a5d5857b252a84842f80c18d28b147de28"/>
  <p:tag name="KSO_WM_NEWLAYOUT_GROUP_ID" val="layout_2"/>
  <p:tag name="KSO_WM_NEWLAYOUT_ID" val="slide_0494771ff88aefe6"/>
  <p:tag name="KSO_WM_UNIT_PRESET_TEXT" val="单击此处添加标题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dk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dk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正文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28528"/>
  <p:tag name="KSO_WM_TEMPLATE_SLIDE_ID" val="slide_0494728cf98ea3e0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ac7134e0ab4cc4c2a59b517de1fde5c6f55f626"/>
  <p:tag name="KSO_WM_NEWLAYOUT_GROUP_ID" val="layout_10003"/>
  <p:tag name="KSO_WM_NEWLAYOUT_ID" val="slide_0494728cf98ea3e0"/>
  <p:tag name="KSO_WM_UNIT_PRESET_TEXT" val="单击此处添加标题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dk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28528"/>
  <p:tag name="KSO_WM_TEMPLATE_SLIDE_ID" val="slide_0494728cf98ea3e0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ac7134e0ab4cc4c2a59b517de1fde5c6f55f626"/>
  <p:tag name="KSO_WM_NEWLAYOUT_GROUP_ID" val="layout_10003"/>
  <p:tag name="KSO_WM_NEWLAYOUT_ID" val="slide_0494728cf98ea3e0"/>
  <p:tag name="KSO_WM_UNIT_PRESET_TEXT" val="单击此处添加标题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dk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dk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28528"/>
  <p:tag name="KSO_WM_TEMPLATE_SLIDE_ID" val="slide_0494728cf98ea3e0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ac7134e0ab4cc4c2a59b517de1fde5c6f55f626"/>
  <p:tag name="KSO_WM_NEWLAYOUT_GROUP_ID" val="layout_10003"/>
  <p:tag name="KSO_WM_NEWLAYOUT_ID" val="slide_0494728cf98ea3e0"/>
  <p:tag name="KSO_WM_UNIT_PRESET_TEXT" val="单击此处添加标题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dk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dk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dk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dk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CONTENT_ORIENTATION" val="right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d635315789958f2d"/>
  <p:tag name="KSO_WM_TEMPLATE_INDEX" val="40490337"/>
  <p:tag name="KSO_WM_TEMPLATE_CATEGORY" val="custom"/>
  <p:tag name="KSO_WM_SLIDE_INDEX" val="3"/>
  <p:tag name="KSO_WM_SLIDE_ID" val="custom40490337_7"/>
  <p:tag name="KSO_WM_TEMPLATE_MASTER_TYPE" val="0"/>
  <p:tag name="KSO_WM_SLIDE_LAYOUT" val="a_e"/>
  <p:tag name="KSO_WM_SLIDE_LAYOUT_CNT" val="1_1"/>
  <p:tag name="KSO_WM_TAG_VERSION" val="3.0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9651cb9a7169b7081cd5641c479a498b5567b401"/>
  <p:tag name="KSO_WM_NEWLAYOUT_ID" val="300"/>
  <p:tag name="KSO_WM_UNIT_PRESET_TEXT" val="单击此处添加章节标题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337"/>
  <p:tag name="KSO_WM_TEMPLATE_CATEGORY" val="custom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节编号"/>
  <p:tag name="KSO_WM_BEAUTIFY_FLAG" val="#wm#"/>
  <p:tag name="KSO_WM_FIGMA_FLAG" val="#fgm#"/>
  <p:tag name="KSO_WM_UNIT_INDEX" val="1"/>
  <p:tag name="KSO_WM_UNIT_TYPE" val="e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337"/>
  <p:tag name="KSO_WM_TEMPLATE_CATEGORY" val="custom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CONTENT_ORIENTATION" val=""/>
  <p:tag name="KSO_WM_SLIDE_HAS_MASK" val="0"/>
  <p:tag name="KSO_WM_SLIDE_ITEM_CNT" val="1"/>
  <p:tag name="KSO_WM_SLIDE_TYPE" val="text"/>
  <p:tag name="KSO_WM_TEMPLATE_SUBCATEGORY" val="29"/>
  <p:tag name="KSO_WM_BEAUTIFY_FLAG" val="#wm#"/>
  <p:tag name="KSO_WM_TEMPLATE_FIGMA_ID" val="69796628528"/>
  <p:tag name="KSO_WM_TEMPLATE_SLIDE_ID" val="slide_571a162227aec5fc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456188c06b5fb38f45fdfa6d3f4ded276428faf"/>
  <p:tag name="KSO_WM_NEWLAYOUT_GROUP_ID" val="layout_42"/>
  <p:tag name="KSO_WM_NEWLAYOUT_ID" val="slide_571a162227aec5fc"/>
  <p:tag name="KSO_WM_UNIT_PRESET_TEXT" val="单击此处添加标题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28528"/>
  <p:tag name="KSO_WM_TEMPLATE_SLIDE_ID" val="slide_1782e10a2508866f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268ad0003447d82e1d80a5500e0a96c7c2f0650"/>
  <p:tag name="KSO_WM_NEWLAYOUT_GROUP_ID" val="layout_26"/>
  <p:tag name="KSO_WM_NEWLAYOUT_ID" val="slide_1782e10a2508866f"/>
  <p:tag name="KSO_WM_UNIT_PRESET_TEXT" val="单击此处添加标题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dk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dk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28528"/>
  <p:tag name="KSO_WM_TEMPLATE_SLIDE_ID" val="slide_1782e10a2508866f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268ad0003447d82e1d80a5500e0a96c7c2f0650"/>
  <p:tag name="KSO_WM_NEWLAYOUT_GROUP_ID" val="layout_26"/>
  <p:tag name="KSO_WM_NEWLAYOUT_ID" val="slide_1782e10a2508866f"/>
  <p:tag name="KSO_WM_UNIT_PRESET_TEXT" val="单击此处添加标题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dk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dk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28528"/>
  <p:tag name="KSO_WM_TEMPLATE_SLIDE_ID" val="slide_1782e10a2508866f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268ad0003447d82e1d80a5500e0a96c7c2f0650"/>
  <p:tag name="KSO_WM_NEWLAYOUT_GROUP_ID" val="layout_26"/>
  <p:tag name="KSO_WM_NEWLAYOUT_ID" val="slide_1782e10a2508866f"/>
  <p:tag name="KSO_WM_UNIT_PRESET_TEXT" val="单击此处添加标题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dk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dk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28528"/>
  <p:tag name="KSO_WM_TEMPLATE_SLIDE_ID" val="slide_1782e10a2508866f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268ad0003447d82e1d80a5500e0a96c7c2f0650"/>
  <p:tag name="KSO_WM_NEWLAYOUT_GROUP_ID" val="layout_26"/>
  <p:tag name="KSO_WM_NEWLAYOUT_ID" val="slide_1782e10a2508866f"/>
  <p:tag name="KSO_WM_UNIT_PRESET_TEXT" val="单击此处添加标题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dk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dk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28528"/>
  <p:tag name="KSO_WM_TEMPLATE_SLIDE_ID" val="slide_1782e10a2508866f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268ad0003447d82e1d80a5500e0a96c7c2f0650"/>
  <p:tag name="KSO_WM_NEWLAYOUT_GROUP_ID" val="layout_26"/>
  <p:tag name="KSO_WM_NEWLAYOUT_ID" val="slide_1782e10a2508866f"/>
  <p:tag name="KSO_WM_UNIT_PRESET_TEXT" val="单击此处添加标题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dk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dk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dk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28528"/>
  <p:tag name="KSO_WM_TEMPLATE_SLIDE_ID" val="slide_1782e10a2508866f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268ad0003447d82e1d80a5500e0a96c7c2f0650"/>
  <p:tag name="KSO_WM_NEWLAYOUT_GROUP_ID" val="layout_26"/>
  <p:tag name="KSO_WM_NEWLAYOUT_ID" val="slide_1782e10a2508866f"/>
  <p:tag name="KSO_WM_UNIT_PRESET_TEXT" val="单击此处添加标题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dk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dk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28528"/>
  <p:tag name="KSO_WM_TEMPLATE_SLIDE_ID" val="slide_1782e10a2508866f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268ad0003447d82e1d80a5500e0a96c7c2f0650"/>
  <p:tag name="KSO_WM_NEWLAYOUT_GROUP_ID" val="layout_26"/>
  <p:tag name="KSO_WM_NEWLAYOUT_ID" val="slide_1782e10a2508866f"/>
  <p:tag name="KSO_WM_UNIT_PRESET_TEXT" val="单击此处添加标题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dk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dk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28528"/>
  <p:tag name="KSO_WM_TEMPLATE_SLIDE_ID" val="slide_1782e10a2508866f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268ad0003447d82e1d80a5500e0a96c7c2f0650"/>
  <p:tag name="KSO_WM_NEWLAYOUT_GROUP_ID" val="layout_26"/>
  <p:tag name="KSO_WM_NEWLAYOUT_ID" val="slide_1782e10a2508866f"/>
  <p:tag name="KSO_WM_UNIT_PRESET_TEXT" val="单击此处添加标题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dk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dk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CONTENT_ORIENTATION" val=""/>
  <p:tag name="KSO_WM_SLIDE_HAS_MASK" val="0"/>
  <p:tag name="KSO_WM_SLIDE_ITEM_CNT" val="1"/>
  <p:tag name="KSO_WM_SLIDE_TYPE" val="text"/>
  <p:tag name="KSO_WM_TEMPLATE_SUBCATEGORY" val="29"/>
  <p:tag name="KSO_WM_BEAUTIFY_FLAG" val="#wm#"/>
  <p:tag name="KSO_WM_TEMPLATE_FIGMA_ID" val="69796628528"/>
  <p:tag name="KSO_WM_TEMPLATE_SLIDE_ID" val="slide_cd21ea65db8caf9f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ba11d1b03dfa173cdcc7372e12fcea77a89157a"/>
  <p:tag name="KSO_WM_NEWLAYOUT_GROUP_ID" val="layout_63"/>
  <p:tag name="KSO_WM_NEWLAYOUT_ID" val="slide_cd21ea65db8caf9f"/>
  <p:tag name="KSO_WM_UNIT_PRESET_TEXT" val="单击此处添加标题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id&quot;:&quot;VCG41N968275284&quot;,&quot;product_name&quot;:&quot;api_wpp_external&quot;,&quot;intention_code&quot;:&quot;365wps_cc_create_ppt&quot;}*gallery_gallery_3.0.4_Mock_V1_prod*b02d9f9b489466ea3ac4e8f09bcf1a70-slide-21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正文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28528"/>
  <p:tag name="KSO_WM_TEMPLATE_SLIDE_ID" val="slide_ab13dcddb777c9c4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a6579f99a15e6dfe89509aa921c7f43c4af48e2"/>
  <p:tag name="KSO_WM_NEWLAYOUT_GROUP_ID" val="layout_3"/>
  <p:tag name="KSO_WM_NEWLAYOUT_ID" val="slide_ab13dcddb777c9c4"/>
  <p:tag name="KSO_WM_UNIT_PRESET_TEXT" val="单击此处添加标题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7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heme/theme1.xml><?xml version="1.0" encoding="utf-8"?>
<a:theme xmlns:a="http://schemas.openxmlformats.org/drawingml/2006/main" name="1_Office 主题​​">
  <a:themeElements>
    <a:clrScheme name="自定义 174">
      <a:dk1>
        <a:srgbClr val="000000"/>
      </a:dk1>
      <a:lt1>
        <a:srgbClr val="FFFFFF"/>
      </a:lt1>
      <a:dk2>
        <a:srgbClr val="000A54"/>
      </a:dk2>
      <a:lt2>
        <a:srgbClr val="F5F3FF"/>
      </a:lt2>
      <a:accent1>
        <a:srgbClr val="0DC2E3"/>
      </a:accent1>
      <a:accent2>
        <a:srgbClr val="1C77FE"/>
      </a:accent2>
      <a:accent3>
        <a:srgbClr val="9772FE"/>
      </a:accent3>
      <a:accent4>
        <a:srgbClr val="15EADD"/>
      </a:accent4>
      <a:accent5>
        <a:srgbClr val="FFB458"/>
      </a:accent5>
      <a:accent6>
        <a:srgbClr val="FF4B70"/>
      </a:accent6>
      <a:hlink>
        <a:srgbClr val="658BD5"/>
      </a:hlink>
      <a:folHlink>
        <a:srgbClr val="A16AA5"/>
      </a:folHlink>
    </a:clrScheme>
    <a:fontScheme name="">
      <a:majorFont>
        <a:latin typeface="WPS灵秀黑"/>
        <a:ea typeface="WPS灵秀黑"/>
        <a:cs typeface=""/>
      </a:majorFont>
      <a:minorFont>
        <a:latin typeface="WPS灵秀黑"/>
        <a:ea typeface="WPS灵秀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​​">
  <a:themeElements>
    <a:clrScheme name="自定义 174">
      <a:dk1>
        <a:srgbClr val="000000"/>
      </a:dk1>
      <a:lt1>
        <a:srgbClr val="FFFFFF"/>
      </a:lt1>
      <a:dk2>
        <a:srgbClr val="000A54"/>
      </a:dk2>
      <a:lt2>
        <a:srgbClr val="F5F3FF"/>
      </a:lt2>
      <a:accent1>
        <a:srgbClr val="0DC2E3"/>
      </a:accent1>
      <a:accent2>
        <a:srgbClr val="1C77FE"/>
      </a:accent2>
      <a:accent3>
        <a:srgbClr val="9772FE"/>
      </a:accent3>
      <a:accent4>
        <a:srgbClr val="15EADD"/>
      </a:accent4>
      <a:accent5>
        <a:srgbClr val="FFB458"/>
      </a:accent5>
      <a:accent6>
        <a:srgbClr val="FF4B70"/>
      </a:accent6>
      <a:hlink>
        <a:srgbClr val="658BD5"/>
      </a:hlink>
      <a:folHlink>
        <a:srgbClr val="A16AA5"/>
      </a:folHlink>
    </a:clrScheme>
    <a:fontScheme name="">
      <a:majorFont>
        <a:latin typeface="WPS灵秀黑"/>
        <a:ea typeface="WPS灵秀黑"/>
        <a:cs typeface=""/>
      </a:majorFont>
      <a:minorFont>
        <a:latin typeface="WPS灵秀黑"/>
        <a:ea typeface="WPS灵秀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Office 主题​​">
  <a:themeElements>
    <a:clrScheme name="自定义 174">
      <a:dk1>
        <a:srgbClr val="000000"/>
      </a:dk1>
      <a:lt1>
        <a:srgbClr val="FFFFFF"/>
      </a:lt1>
      <a:dk2>
        <a:srgbClr val="000A54"/>
      </a:dk2>
      <a:lt2>
        <a:srgbClr val="F5F3FF"/>
      </a:lt2>
      <a:accent1>
        <a:srgbClr val="0DC2E3"/>
      </a:accent1>
      <a:accent2>
        <a:srgbClr val="1C77FE"/>
      </a:accent2>
      <a:accent3>
        <a:srgbClr val="9772FE"/>
      </a:accent3>
      <a:accent4>
        <a:srgbClr val="15EADD"/>
      </a:accent4>
      <a:accent5>
        <a:srgbClr val="FFB458"/>
      </a:accent5>
      <a:accent6>
        <a:srgbClr val="FF4B70"/>
      </a:accent6>
      <a:hlink>
        <a:srgbClr val="658BD5"/>
      </a:hlink>
      <a:folHlink>
        <a:srgbClr val="A16AA5"/>
      </a:folHlink>
    </a:clrScheme>
    <a:fontScheme name="">
      <a:majorFont>
        <a:latin typeface="WPS灵秀黑"/>
        <a:ea typeface="WPS灵秀黑"/>
        <a:cs typeface=""/>
      </a:majorFont>
      <a:minorFont>
        <a:latin typeface="WPS灵秀黑"/>
        <a:ea typeface="WPS灵秀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Office 主题​​">
  <a:themeElements>
    <a:clrScheme name="自定义 174">
      <a:dk1>
        <a:srgbClr val="000000"/>
      </a:dk1>
      <a:lt1>
        <a:srgbClr val="FFFFFF"/>
      </a:lt1>
      <a:dk2>
        <a:srgbClr val="000A54"/>
      </a:dk2>
      <a:lt2>
        <a:srgbClr val="F5F3FF"/>
      </a:lt2>
      <a:accent1>
        <a:srgbClr val="0DC2E3"/>
      </a:accent1>
      <a:accent2>
        <a:srgbClr val="1C77FE"/>
      </a:accent2>
      <a:accent3>
        <a:srgbClr val="9772FE"/>
      </a:accent3>
      <a:accent4>
        <a:srgbClr val="15EADD"/>
      </a:accent4>
      <a:accent5>
        <a:srgbClr val="FFB458"/>
      </a:accent5>
      <a:accent6>
        <a:srgbClr val="FF4B70"/>
      </a:accent6>
      <a:hlink>
        <a:srgbClr val="658BD5"/>
      </a:hlink>
      <a:folHlink>
        <a:srgbClr val="A16AA5"/>
      </a:folHlink>
    </a:clrScheme>
    <a:fontScheme name="">
      <a:majorFont>
        <a:latin typeface="WPS灵秀黑"/>
        <a:ea typeface="WPS灵秀黑"/>
        <a:cs typeface=""/>
      </a:majorFont>
      <a:minorFont>
        <a:latin typeface="WPS灵秀黑"/>
        <a:ea typeface="WPS灵秀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6_Office 主题​​">
  <a:themeElements>
    <a:clrScheme name="自定义 174">
      <a:dk1>
        <a:srgbClr val="000000"/>
      </a:dk1>
      <a:lt1>
        <a:srgbClr val="FFFFFF"/>
      </a:lt1>
      <a:dk2>
        <a:srgbClr val="000A54"/>
      </a:dk2>
      <a:lt2>
        <a:srgbClr val="F5F3FF"/>
      </a:lt2>
      <a:accent1>
        <a:srgbClr val="0DC2E3"/>
      </a:accent1>
      <a:accent2>
        <a:srgbClr val="1C77FE"/>
      </a:accent2>
      <a:accent3>
        <a:srgbClr val="9772FE"/>
      </a:accent3>
      <a:accent4>
        <a:srgbClr val="15EADD"/>
      </a:accent4>
      <a:accent5>
        <a:srgbClr val="FFB458"/>
      </a:accent5>
      <a:accent6>
        <a:srgbClr val="FF4B70"/>
      </a:accent6>
      <a:hlink>
        <a:srgbClr val="658BD5"/>
      </a:hlink>
      <a:folHlink>
        <a:srgbClr val="A16AA5"/>
      </a:folHlink>
    </a:clrScheme>
    <a:fontScheme name="">
      <a:majorFont>
        <a:latin typeface="WPS灵秀黑"/>
        <a:ea typeface="WPS灵秀黑"/>
        <a:cs typeface=""/>
      </a:majorFont>
      <a:minorFont>
        <a:latin typeface="WPS灵秀黑"/>
        <a:ea typeface="WPS灵秀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8_Office 主题​​">
  <a:themeElements>
    <a:clrScheme name="自定义 174">
      <a:dk1>
        <a:srgbClr val="000000"/>
      </a:dk1>
      <a:lt1>
        <a:srgbClr val="FFFFFF"/>
      </a:lt1>
      <a:dk2>
        <a:srgbClr val="000A54"/>
      </a:dk2>
      <a:lt2>
        <a:srgbClr val="F5F3FF"/>
      </a:lt2>
      <a:accent1>
        <a:srgbClr val="0DC2E3"/>
      </a:accent1>
      <a:accent2>
        <a:srgbClr val="1C77FE"/>
      </a:accent2>
      <a:accent3>
        <a:srgbClr val="9772FE"/>
      </a:accent3>
      <a:accent4>
        <a:srgbClr val="15EADD"/>
      </a:accent4>
      <a:accent5>
        <a:srgbClr val="FFB458"/>
      </a:accent5>
      <a:accent6>
        <a:srgbClr val="FF4B70"/>
      </a:accent6>
      <a:hlink>
        <a:srgbClr val="658BD5"/>
      </a:hlink>
      <a:folHlink>
        <a:srgbClr val="A16AA5"/>
      </a:folHlink>
    </a:clrScheme>
    <a:fontScheme name="">
      <a:majorFont>
        <a:latin typeface="WPS灵秀黑"/>
        <a:ea typeface="WPS灵秀黑"/>
        <a:cs typeface=""/>
      </a:majorFont>
      <a:minorFont>
        <a:latin typeface="WPS灵秀黑"/>
        <a:ea typeface="WPS灵秀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20_Office 主题​​">
  <a:themeElements>
    <a:clrScheme name="自定义 174">
      <a:dk1>
        <a:srgbClr val="000000"/>
      </a:dk1>
      <a:lt1>
        <a:srgbClr val="FFFFFF"/>
      </a:lt1>
      <a:dk2>
        <a:srgbClr val="000A54"/>
      </a:dk2>
      <a:lt2>
        <a:srgbClr val="F5F3FF"/>
      </a:lt2>
      <a:accent1>
        <a:srgbClr val="0DC2E3"/>
      </a:accent1>
      <a:accent2>
        <a:srgbClr val="1C77FE"/>
      </a:accent2>
      <a:accent3>
        <a:srgbClr val="9772FE"/>
      </a:accent3>
      <a:accent4>
        <a:srgbClr val="15EADD"/>
      </a:accent4>
      <a:accent5>
        <a:srgbClr val="FFB458"/>
      </a:accent5>
      <a:accent6>
        <a:srgbClr val="FF4B70"/>
      </a:accent6>
      <a:hlink>
        <a:srgbClr val="658BD5"/>
      </a:hlink>
      <a:folHlink>
        <a:srgbClr val="A16AA5"/>
      </a:folHlink>
    </a:clrScheme>
    <a:fontScheme name="">
      <a:majorFont>
        <a:latin typeface="WPS灵秀黑"/>
        <a:ea typeface="WPS灵秀黑"/>
        <a:cs typeface=""/>
      </a:majorFont>
      <a:minorFont>
        <a:latin typeface="WPS灵秀黑"/>
        <a:ea typeface="WPS灵秀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41_Office 主题​​">
  <a:themeElements>
    <a:clrScheme name="自定义 174">
      <a:dk1>
        <a:srgbClr val="000000"/>
      </a:dk1>
      <a:lt1>
        <a:srgbClr val="FFFFFF"/>
      </a:lt1>
      <a:dk2>
        <a:srgbClr val="000A54"/>
      </a:dk2>
      <a:lt2>
        <a:srgbClr val="F5F3FF"/>
      </a:lt2>
      <a:accent1>
        <a:srgbClr val="0DC2E3"/>
      </a:accent1>
      <a:accent2>
        <a:srgbClr val="1C77FE"/>
      </a:accent2>
      <a:accent3>
        <a:srgbClr val="9772FE"/>
      </a:accent3>
      <a:accent4>
        <a:srgbClr val="15EADD"/>
      </a:accent4>
      <a:accent5>
        <a:srgbClr val="FFB458"/>
      </a:accent5>
      <a:accent6>
        <a:srgbClr val="FF4B70"/>
      </a:accent6>
      <a:hlink>
        <a:srgbClr val="658BD5"/>
      </a:hlink>
      <a:folHlink>
        <a:srgbClr val="A16AA5"/>
      </a:folHlink>
    </a:clrScheme>
    <a:fontScheme name="">
      <a:majorFont>
        <a:latin typeface="WPS灵秀黑"/>
        <a:ea typeface="WPS灵秀黑"/>
        <a:cs typeface=""/>
      </a:majorFont>
      <a:minorFont>
        <a:latin typeface="WPS灵秀黑"/>
        <a:ea typeface="WPS灵秀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Sans Demibold"/>
        <a:ea typeface=""/>
        <a:cs typeface=""/>
        <a:font script="Jpan" typeface="游ゴシック"/>
        <a:font script="Hang" typeface="맑은 고딕"/>
        <a:font script="Hans" typeface="MiSans Demibold"/>
        <a:font script="Hant" typeface="新細明體"/>
        <a:font script="Arab" typeface="MiSans Demibold"/>
        <a:font script="Hebr" typeface="MiSans Demi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MiSans Demibold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MiSans Demibold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Sans Demibold"/>
        <a:ea typeface=""/>
        <a:cs typeface=""/>
        <a:font script="Jpan" typeface="ＭＳ Ｐゴシック"/>
        <a:font script="Hang" typeface="맑은 고딕"/>
        <a:font script="Hans" typeface="MiSans Demibold"/>
        <a:font script="Hant" typeface="新細明體"/>
        <a:font script="Arab" typeface="MiSans Demibold"/>
        <a:font script="Hebr" typeface="MiSans Demi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MiSans Demibold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981</TotalTime>
  <Words>2245</Words>
  <Application>Microsoft Office PowerPoint</Application>
  <PresentationFormat>Widescreen</PresentationFormat>
  <Paragraphs>138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8</vt:i4>
      </vt:variant>
      <vt:variant>
        <vt:lpstr>Slide Titles</vt:lpstr>
      </vt:variant>
      <vt:variant>
        <vt:i4>20</vt:i4>
      </vt:variant>
    </vt:vector>
  </HeadingPairs>
  <TitlesOfParts>
    <vt:vector size="31" baseType="lpstr">
      <vt:lpstr>Arial</vt:lpstr>
      <vt:lpstr>MiSans Demibold</vt:lpstr>
      <vt:lpstr>WPS灵秀黑</vt:lpstr>
      <vt:lpstr>1_Office 主题​​</vt:lpstr>
      <vt:lpstr>2_Office 主题​​</vt:lpstr>
      <vt:lpstr>3_Office 主题​​</vt:lpstr>
      <vt:lpstr>4_Office 主题​​</vt:lpstr>
      <vt:lpstr>6_Office 主题​​</vt:lpstr>
      <vt:lpstr>8_Office 主题​​</vt:lpstr>
      <vt:lpstr>20_Office 主题​​</vt:lpstr>
      <vt:lpstr>41_Office 主题​​</vt:lpstr>
      <vt:lpstr>Implementing Intelligent Infrastructure Monitoring Platform with AIOps, Predictive Maintenance, and Automated Remediation for Hybrid Cloud Environments </vt:lpstr>
      <vt:lpstr>PowerPoint Presentation</vt:lpstr>
      <vt:lpstr>PowerPoint Presentation</vt:lpstr>
      <vt:lpstr>Project Goal</vt:lpstr>
      <vt:lpstr>Project Goal</vt:lpstr>
      <vt:lpstr>02 What is Intelligent Infrastructure Monitoring?</vt:lpstr>
      <vt:lpstr>03 Problem Statement &amp; Proposed Solution</vt:lpstr>
      <vt:lpstr>04 Core  AIOps Platform Capabilities</vt:lpstr>
      <vt:lpstr>AIOps  Architecture &amp; Implementation </vt:lpstr>
      <vt:lpstr>AIOps  Architecture for Intelligent Monitoring</vt:lpstr>
      <vt:lpstr>Layer 1: Hybrid Cloud Integration &amp; Data Sources</vt:lpstr>
      <vt:lpstr>Layer 2: Data Collection Layer</vt:lpstr>
      <vt:lpstr>Layer 3: Data Processing &amp; Normalization Layer</vt:lpstr>
      <vt:lpstr>Layer 4: Data Observability &amp; Storage Layer</vt:lpstr>
      <vt:lpstr>Layer 5: AIOps Intelligence Layer</vt:lpstr>
      <vt:lpstr>Layer 6: Decision &amp; Automation Layer</vt:lpstr>
      <vt:lpstr>Layer 7: Performance Analytics &amp; Optimization Layer</vt:lpstr>
      <vt:lpstr>Layer 8: Compliance &amp; SLA Management Layer</vt:lpstr>
      <vt:lpstr>Compliance &amp; SLA Management</vt:lpstr>
      <vt:lpstr>Thank You  Q&amp;A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Implementing Intelligent Infrastructure Monitoring Platform with AIOps, Predictive Maintenance, and Automated Remediation for Hybrid Cloud Environments</dc:title>
  <dc:creator>Hamza Raja</dc:creator>
  <cp:lastModifiedBy>CG</cp:lastModifiedBy>
  <cp:revision>59</cp:revision>
  <dcterms:created xsi:type="dcterms:W3CDTF">2026-01-19T08:09:30Z</dcterms:created>
  <dcterms:modified xsi:type="dcterms:W3CDTF">2026-04-23T11:03:11Z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5AE86BC5E2DDAFEDB9E66D6920370DD8_41</vt:lpwstr>
  </property>
  <property fmtid="{D5CDD505-2E9C-101B-9397-08002B2CF9AE}" pid="3" name="KSOProductBuildVer">
    <vt:lpwstr>2052-12.9.0.24139</vt:lpwstr>
  </property>
  <property fmtid="{D5CDD505-2E9C-101B-9397-08002B2CF9AE}" pid="4" name="KSOTemplateUUID">
    <vt:lpwstr>v1.0_ai_69796628528</vt:lpwstr>
  </property>
</Properties>
</file>